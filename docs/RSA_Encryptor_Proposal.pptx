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  <p:sldMasterId id="2147483681" r:id="rId2"/>
  </p:sldMasterIdLst>
  <p:notesMasterIdLst>
    <p:notesMasterId r:id="rId6"/>
  </p:notesMasterIdLst>
  <p:sldIdLst>
    <p:sldId id="256" r:id="rId3"/>
    <p:sldId id="257" r:id="rId4"/>
    <p:sldId id="258" r:id="rId5"/>
  </p:sldIdLst>
  <p:sldSz cx="9144000" cy="5143500" type="screen16x9"/>
  <p:notesSz cx="6858000" cy="9144000"/>
  <p:embeddedFontLst>
    <p:embeddedFont>
      <p:font typeface="Nunito Light" pitchFamily="2" charset="0"/>
      <p:regular r:id="rId7"/>
    </p:embeddedFont>
    <p:embeddedFont>
      <p:font typeface="Poppins" panose="00000500000000000000" pitchFamily="2" charset="0"/>
      <p:regular r:id="rId8"/>
    </p:embeddedFont>
    <p:embeddedFont>
      <p:font typeface="Poppins Light" panose="00000400000000000000" pitchFamily="2" charset="0"/>
      <p:regular r:id="rId9"/>
    </p:embeddedFont>
    <p:embeddedFont>
      <p:font typeface="Poppins SemiBold" panose="00000700000000000000" pitchFamily="2" charset="0"/>
      <p:bold r:id="rId10"/>
    </p:embeddedFont>
    <p:embeddedFont>
      <p:font typeface="Proxima Nova" panose="020B0604020202020204" charset="0"/>
      <p:regular r:id="rId11"/>
      <p:bold r:id="rId12"/>
      <p:italic r:id="rId13"/>
      <p:boldItalic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8C51694-9621-42F7-989D-B3613636226B}">
  <a:tblStyle styleId="{58C51694-9621-42F7-989D-B3613636226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838E14C-6AD8-4919-95B1-E4324D4B168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786" autoAdjust="0"/>
  </p:normalViewPr>
  <p:slideViewPr>
    <p:cSldViewPr snapToGrid="0">
      <p:cViewPr>
        <p:scale>
          <a:sx n="200" d="100"/>
          <a:sy n="200" d="100"/>
        </p:scale>
        <p:origin x="-1512" y="-18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font" Target="fonts/font4.fntdata"/><Relationship Id="rId4" Type="http://schemas.openxmlformats.org/officeDocument/2006/relationships/slide" Target="slides/slide2.xml"/><Relationship Id="rId9" Type="http://schemas.openxmlformats.org/officeDocument/2006/relationships/font" Target="fonts/font3.fntdata"/><Relationship Id="rId14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>
            <a:extLst>
              <a:ext uri="{FF2B5EF4-FFF2-40B4-BE49-F238E27FC236}">
                <a16:creationId xmlns:a16="http://schemas.microsoft.com/office/drawing/2014/main" id="{69C066D0-FACB-4323-BE18-CFDF8581A7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43875" y="1530100"/>
            <a:ext cx="4831800" cy="18789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/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F53EC8F1-C202-4035-AEB5-0D03CB701F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3875" y="3563300"/>
            <a:ext cx="4831800" cy="475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>
            <a:extLst>
              <a:ext uri="{FF2B5EF4-FFF2-40B4-BE49-F238E27FC236}">
                <a16:creationId xmlns:a16="http://schemas.microsoft.com/office/drawing/2014/main" id="{A4B227DF-5DEC-47FE-91B6-F9554217A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00" y="2643225"/>
            <a:ext cx="4550100" cy="15663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>
            <a:extLst>
              <a:ext uri="{FF2B5EF4-FFF2-40B4-BE49-F238E27FC236}">
                <a16:creationId xmlns:a16="http://schemas.microsoft.com/office/drawing/2014/main" id="{2871CFFC-D217-4A38-B766-2016871E1B95}"/>
              </a:ext>
            </a:extLst>
          </p:cNvPr>
          <p:cNvSpPr>
            <a:spLocks noGrp="1"/>
          </p:cNvSpPr>
          <p:nvPr>
            <p:ph type="title" idx="2" hasCustomPrompt="1"/>
          </p:nvPr>
        </p:nvSpPr>
        <p:spPr>
          <a:xfrm>
            <a:off x="834300" y="839975"/>
            <a:ext cx="1848900" cy="1426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10000">
                <a:solidFill>
                  <a:schemeClr val="accent1"/>
                </a:solidFill>
                <a:latin typeface="Poppins Light"/>
                <a:ea typeface="Poppins Light"/>
                <a:cs typeface="Poppins Light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>
            <a:extLst>
              <a:ext uri="{FF2B5EF4-FFF2-40B4-BE49-F238E27FC236}">
                <a16:creationId xmlns:a16="http://schemas.microsoft.com/office/drawing/2014/main" id="{BB653373-D3BD-4582-B4A7-7A37EDC15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">
            <a:extLst>
              <a:ext uri="{FF2B5EF4-FFF2-40B4-BE49-F238E27FC236}">
                <a16:creationId xmlns:a16="http://schemas.microsoft.com/office/drawing/2014/main" id="{D73E8D34-D521-483A-8A86-C5B870E6B4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cxnSp>
        <p:nvCxnSpPr>
          <p:cNvPr id="64" name="Google Shape;18;p4"/>
          <p:cNvCxnSpPr/>
          <p:nvPr/>
        </p:nvCxnSpPr>
        <p:spPr>
          <a:xfrm rot="10800000">
            <a:off x="708339" y="-94028"/>
            <a:ext cx="0" cy="53217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" name="Google Shape;20;p4"/>
          <p:cNvCxnSpPr/>
          <p:nvPr/>
        </p:nvCxnSpPr>
        <p:spPr>
          <a:xfrm>
            <a:off x="353283" y="4783793"/>
            <a:ext cx="0" cy="351577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" name="Google Shape;21;p4"/>
          <p:cNvCxnSpPr/>
          <p:nvPr/>
        </p:nvCxnSpPr>
        <p:spPr>
          <a:xfrm flipH="1">
            <a:off x="354317" y="4887235"/>
            <a:ext cx="248698" cy="248698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" name="Google Shape;22;p4"/>
          <p:cNvCxnSpPr/>
          <p:nvPr/>
        </p:nvCxnSpPr>
        <p:spPr>
          <a:xfrm rot="10800000">
            <a:off x="103508" y="4887193"/>
            <a:ext cx="251382" cy="251382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" name="Google Shape;23;p4"/>
          <p:cNvCxnSpPr/>
          <p:nvPr/>
        </p:nvCxnSpPr>
        <p:spPr>
          <a:xfrm>
            <a:off x="108" y="5136968"/>
            <a:ext cx="706351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" name="Google Shape;24;p4"/>
          <p:cNvCxnSpPr/>
          <p:nvPr/>
        </p:nvCxnSpPr>
        <p:spPr>
          <a:xfrm rot="10800000">
            <a:off x="-95675" y="4786482"/>
            <a:ext cx="94200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" name="Google Shape;25;p4"/>
          <p:cNvCxnSpPr/>
          <p:nvPr/>
        </p:nvCxnSpPr>
        <p:spPr>
          <a:xfrm rot="10800000">
            <a:off x="-95750" y="295172"/>
            <a:ext cx="8022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>
            <a:extLst>
              <a:ext uri="{FF2B5EF4-FFF2-40B4-BE49-F238E27FC236}">
                <a16:creationId xmlns:a16="http://schemas.microsoft.com/office/drawing/2014/main" id="{F6F70450-F344-4A2A-805C-3325B5950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4625" y="597425"/>
            <a:ext cx="68193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>
            <a:extLst>
              <a:ext uri="{FF2B5EF4-FFF2-40B4-BE49-F238E27FC236}">
                <a16:creationId xmlns:a16="http://schemas.microsoft.com/office/drawing/2014/main" id="{AC4EC729-82E1-413E-8A66-1F594625A7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2182" y="3732610"/>
            <a:ext cx="24003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9" name="Google Shape;29;p5">
            <a:extLst>
              <a:ext uri="{FF2B5EF4-FFF2-40B4-BE49-F238E27FC236}">
                <a16:creationId xmlns:a16="http://schemas.microsoft.com/office/drawing/2014/main" id="{CF72AD01-5234-44FA-8C00-251BB2F05031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1727993" y="3732610"/>
            <a:ext cx="24003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0" name="Google Shape;30;p5">
            <a:extLst>
              <a:ext uri="{FF2B5EF4-FFF2-40B4-BE49-F238E27FC236}">
                <a16:creationId xmlns:a16="http://schemas.microsoft.com/office/drawing/2014/main" id="{A81AA597-1752-4071-AF56-F5057E92EE92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5122182" y="3277310"/>
            <a:ext cx="2400300" cy="4554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7B60863B-B44C-4FC2-8803-E3140C081B61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727993" y="3277310"/>
            <a:ext cx="2400300" cy="4554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>
            <a:extLst>
              <a:ext uri="{FF2B5EF4-FFF2-40B4-BE49-F238E27FC236}">
                <a16:creationId xmlns:a16="http://schemas.microsoft.com/office/drawing/2014/main" id="{0A1AA790-89F4-490E-880C-9A707DED0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>
            <a:extLst>
              <a:ext uri="{FF2B5EF4-FFF2-40B4-BE49-F238E27FC236}">
                <a16:creationId xmlns:a16="http://schemas.microsoft.com/office/drawing/2014/main" id="{AC20C015-0429-430B-9391-3D822FB0DD4B}"/>
              </a:ext>
            </a:extLst>
          </p:cNvPr>
          <p:cNvSpPr>
            <a:spLocks noGrp="1"/>
          </p:cNvSpPr>
          <p:nvPr/>
        </p:nvSpPr>
        <p:spPr>
          <a:xfrm>
            <a:off x="4325" y="5300"/>
            <a:ext cx="446400" cy="446400"/>
          </a:xfrm>
          <a:prstGeom prst="rect">
            <a:avLst/>
          </a:prstGeom>
          <a:noFill/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6" name="Google Shape;35;p6"/>
          <p:cNvCxnSpPr/>
          <p:nvPr/>
        </p:nvCxnSpPr>
        <p:spPr>
          <a:xfrm>
            <a:off x="395097" y="451099"/>
            <a:ext cx="88251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" name="Google Shape;37;p6"/>
          <p:cNvCxnSpPr/>
          <p:nvPr/>
        </p:nvCxnSpPr>
        <p:spPr>
          <a:xfrm>
            <a:off x="9139484" y="451689"/>
            <a:ext cx="0" cy="1255845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Google Shape;38;p6"/>
          <p:cNvCxnSpPr/>
          <p:nvPr/>
        </p:nvCxnSpPr>
        <p:spPr>
          <a:xfrm flipH="1">
            <a:off x="8695517" y="635604"/>
            <a:ext cx="887975" cy="887975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" name="Google Shape;39;p6"/>
          <p:cNvCxnSpPr/>
          <p:nvPr/>
        </p:nvCxnSpPr>
        <p:spPr>
          <a:xfrm rot="10800000">
            <a:off x="8695517" y="635645"/>
            <a:ext cx="887975" cy="887975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" name="Google Shape;40;p6"/>
          <p:cNvCxnSpPr/>
          <p:nvPr/>
        </p:nvCxnSpPr>
        <p:spPr>
          <a:xfrm>
            <a:off x="8511563" y="1079612"/>
            <a:ext cx="1255845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" name="Google Shape;41;p6"/>
          <p:cNvCxnSpPr/>
          <p:nvPr/>
        </p:nvCxnSpPr>
        <p:spPr>
          <a:xfrm>
            <a:off x="450725" y="304700"/>
            <a:ext cx="0" cy="49368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>
            <a:extLst>
              <a:ext uri="{FF2B5EF4-FFF2-40B4-BE49-F238E27FC236}">
                <a16:creationId xmlns:a16="http://schemas.microsoft.com/office/drawing/2014/main" id="{0D3C59EB-6813-40FF-9F38-CC6BA0F48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597425"/>
            <a:ext cx="47088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>
            <a:extLst>
              <a:ext uri="{FF2B5EF4-FFF2-40B4-BE49-F238E27FC236}">
                <a16:creationId xmlns:a16="http://schemas.microsoft.com/office/drawing/2014/main" id="{3A815B4E-16AC-4FAB-80B0-3B7654DA2D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000" y="1744875"/>
            <a:ext cx="4708800" cy="2471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7">
            <a:extLst>
              <a:ext uri="{FF2B5EF4-FFF2-40B4-BE49-F238E27FC236}">
                <a16:creationId xmlns:a16="http://schemas.microsoft.com/office/drawing/2014/main" id="{F95A9988-9CBE-48BE-9982-5FA82188DC69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5786325" y="539500"/>
            <a:ext cx="3357600" cy="4713600"/>
          </a:xfrm>
          <a:prstGeom prst="rect">
            <a:avLst/>
          </a:prstGeom>
          <a:noFill/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</p:sp>
      <p:cxnSp>
        <p:nvCxnSpPr>
          <p:cNvPr id="92" name="Google Shape;46;p7"/>
          <p:cNvCxnSpPr/>
          <p:nvPr/>
        </p:nvCxnSpPr>
        <p:spPr>
          <a:xfrm rot="10800000">
            <a:off x="-107675" y="539500"/>
            <a:ext cx="94320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" name="Google Shape;48;p7"/>
          <p:cNvCxnSpPr/>
          <p:nvPr/>
        </p:nvCxnSpPr>
        <p:spPr>
          <a:xfrm>
            <a:off x="8874217" y="-11"/>
            <a:ext cx="0" cy="539546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4" name="Google Shape;49;p7"/>
          <p:cNvCxnSpPr/>
          <p:nvPr/>
        </p:nvCxnSpPr>
        <p:spPr>
          <a:xfrm flipH="1">
            <a:off x="8683476" y="79003"/>
            <a:ext cx="381499" cy="381499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" name="Google Shape;50;p7"/>
          <p:cNvCxnSpPr/>
          <p:nvPr/>
        </p:nvCxnSpPr>
        <p:spPr>
          <a:xfrm rot="10800000">
            <a:off x="8683476" y="79021"/>
            <a:ext cx="381499" cy="381499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6" name="Google Shape;51;p7"/>
          <p:cNvCxnSpPr/>
          <p:nvPr/>
        </p:nvCxnSpPr>
        <p:spPr>
          <a:xfrm>
            <a:off x="8604445" y="269762"/>
            <a:ext cx="539546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7" name="Google Shape;52;p7"/>
          <p:cNvCxnSpPr/>
          <p:nvPr/>
        </p:nvCxnSpPr>
        <p:spPr>
          <a:xfrm rot="10800000">
            <a:off x="8604450" y="100"/>
            <a:ext cx="0" cy="5388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>
            <a:extLst>
              <a:ext uri="{FF2B5EF4-FFF2-40B4-BE49-F238E27FC236}">
                <a16:creationId xmlns:a16="http://schemas.microsoft.com/office/drawing/2014/main" id="{2C37AC33-7088-47B7-9D8B-1EE37ABB1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1613500"/>
            <a:ext cx="5483100" cy="22908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>
            <a:extLst>
              <a:ext uri="{FF2B5EF4-FFF2-40B4-BE49-F238E27FC236}">
                <a16:creationId xmlns:a16="http://schemas.microsoft.com/office/drawing/2014/main" id="{79BCFCD2-030D-4F79-8D53-27068C60C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5550" y="1256084"/>
            <a:ext cx="4872900" cy="15510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 sz="9600"/>
            </a:lvl1pPr>
            <a:lvl2pPr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>
            <a:extLst>
              <a:ext uri="{FF2B5EF4-FFF2-40B4-BE49-F238E27FC236}">
                <a16:creationId xmlns:a16="http://schemas.microsoft.com/office/drawing/2014/main" id="{9DE977C9-1191-48ED-A249-37ACC769F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5550" y="26963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>
            <a:extLst>
              <a:ext uri="{FF2B5EF4-FFF2-40B4-BE49-F238E27FC236}">
                <a16:creationId xmlns:a16="http://schemas.microsoft.com/office/drawing/2014/main" id="{CF247252-ACFD-46D1-8BB6-96A82345F8E0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0" y="0"/>
            <a:ext cx="9239700" cy="52221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>
            <a:extLst>
              <a:ext uri="{FF2B5EF4-FFF2-40B4-BE49-F238E27FC236}">
                <a16:creationId xmlns:a16="http://schemas.microsoft.com/office/drawing/2014/main" id="{267040EC-3D08-44D8-8F9E-6BF31F24A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1668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>
            <a:extLst>
              <a:ext uri="{FF2B5EF4-FFF2-40B4-BE49-F238E27FC236}">
                <a16:creationId xmlns:a16="http://schemas.microsoft.com/office/drawing/2014/main" id="{3C54579E-9630-48EF-9AD0-755DDD56F3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0950" y="1313900"/>
            <a:ext cx="6561900" cy="14826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8000">
                <a:solidFill>
                  <a:schemeClr val="accent1"/>
                </a:solidFill>
                <a:latin typeface="Poppins Light"/>
                <a:ea typeface="Poppins Light"/>
                <a:cs typeface="Poppins Light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9600">
                <a:latin typeface="Poppins Light"/>
                <a:ea typeface="Poppins Light"/>
                <a:cs typeface="Poppins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9600">
                <a:latin typeface="Poppins Light"/>
                <a:ea typeface="Poppins Light"/>
                <a:cs typeface="Poppins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9600">
                <a:latin typeface="Poppins Light"/>
                <a:ea typeface="Poppins Light"/>
                <a:cs typeface="Poppins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9600">
                <a:latin typeface="Poppins Light"/>
                <a:ea typeface="Poppins Light"/>
                <a:cs typeface="Poppins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9600">
                <a:latin typeface="Poppins Light"/>
                <a:ea typeface="Poppins Light"/>
                <a:cs typeface="Poppins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9600">
                <a:latin typeface="Poppins Light"/>
                <a:ea typeface="Poppins Light"/>
                <a:cs typeface="Poppins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9600">
                <a:latin typeface="Poppins Light"/>
                <a:ea typeface="Poppins Light"/>
                <a:cs typeface="Poppins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9600"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1">
            <a:extLst>
              <a:ext uri="{FF2B5EF4-FFF2-40B4-BE49-F238E27FC236}">
                <a16:creationId xmlns:a16="http://schemas.microsoft.com/office/drawing/2014/main" id="{B695D81F-5042-4BF5-8B38-F60C22D84A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80950" y="2621900"/>
            <a:ext cx="6561900" cy="497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DCA05090-A872-4A75-AA3B-20060381D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C56EA26E-88FE-4183-A8AF-525EFEFED819}"/>
              </a:ext>
            </a:extLst>
          </p:cNvPr>
          <p:cNvSpPr>
            <a:spLocks noGrp="1"/>
          </p:cNvSpPr>
          <p:nvPr>
            <p:ph type="title" idx="2" hasCustomPrompt="1"/>
          </p:nvPr>
        </p:nvSpPr>
        <p:spPr>
          <a:xfrm>
            <a:off x="720000" y="1685512"/>
            <a:ext cx="734700" cy="572100"/>
          </a:xfrm>
          <a:prstGeom prst="rect">
            <a:avLst/>
          </a:prstGeom>
          <a:noFill/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solidFill>
                  <a:schemeClr val="accent1"/>
                </a:solidFill>
                <a:latin typeface="Poppins Light"/>
                <a:ea typeface="Poppins Light"/>
                <a:cs typeface="Poppins Light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F756E9D0-3318-4B84-BE46-3E892991757F}"/>
              </a:ext>
            </a:extLst>
          </p:cNvPr>
          <p:cNvSpPr>
            <a:spLocks noGrp="1"/>
          </p:cNvSpPr>
          <p:nvPr>
            <p:ph type="title" idx="3" hasCustomPrompt="1"/>
          </p:nvPr>
        </p:nvSpPr>
        <p:spPr>
          <a:xfrm>
            <a:off x="720000" y="3129169"/>
            <a:ext cx="734700" cy="572100"/>
          </a:xfrm>
          <a:prstGeom prst="rect">
            <a:avLst/>
          </a:prstGeom>
          <a:noFill/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solidFill>
                  <a:schemeClr val="accent1"/>
                </a:solidFill>
                <a:latin typeface="Poppins Light"/>
                <a:ea typeface="Poppins Light"/>
                <a:cs typeface="Poppins Light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69" name="Google Shape;69;p13">
            <a:extLst>
              <a:ext uri="{FF2B5EF4-FFF2-40B4-BE49-F238E27FC236}">
                <a16:creationId xmlns:a16="http://schemas.microsoft.com/office/drawing/2014/main" id="{28C8D865-0F2D-4C52-B9E0-47D0D1430301}"/>
              </a:ext>
            </a:extLst>
          </p:cNvPr>
          <p:cNvSpPr>
            <a:spLocks noGrp="1"/>
          </p:cNvSpPr>
          <p:nvPr>
            <p:ph type="title" idx="4" hasCustomPrompt="1"/>
          </p:nvPr>
        </p:nvSpPr>
        <p:spPr>
          <a:xfrm>
            <a:off x="3419272" y="1685512"/>
            <a:ext cx="734700" cy="572100"/>
          </a:xfrm>
          <a:prstGeom prst="rect">
            <a:avLst/>
          </a:prstGeom>
          <a:noFill/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solidFill>
                  <a:schemeClr val="accent1"/>
                </a:solidFill>
                <a:latin typeface="Poppins Light"/>
                <a:ea typeface="Poppins Light"/>
                <a:cs typeface="Poppins Light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70" name="Google Shape;70;p13">
            <a:extLst>
              <a:ext uri="{FF2B5EF4-FFF2-40B4-BE49-F238E27FC236}">
                <a16:creationId xmlns:a16="http://schemas.microsoft.com/office/drawing/2014/main" id="{885D007C-79C4-41BB-AD01-6DD4424B8D62}"/>
              </a:ext>
            </a:extLst>
          </p:cNvPr>
          <p:cNvSpPr>
            <a:spLocks noGrp="1"/>
          </p:cNvSpPr>
          <p:nvPr>
            <p:ph type="title" idx="5" hasCustomPrompt="1"/>
          </p:nvPr>
        </p:nvSpPr>
        <p:spPr>
          <a:xfrm>
            <a:off x="3419272" y="3129169"/>
            <a:ext cx="734700" cy="572100"/>
          </a:xfrm>
          <a:prstGeom prst="rect">
            <a:avLst/>
          </a:prstGeom>
          <a:noFill/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solidFill>
                  <a:schemeClr val="accent1"/>
                </a:solidFill>
                <a:latin typeface="Poppins Light"/>
                <a:ea typeface="Poppins Light"/>
                <a:cs typeface="Poppins Light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685BB2F0-6831-4A99-B84B-D49C7933C438}"/>
              </a:ext>
            </a:extLst>
          </p:cNvPr>
          <p:cNvSpPr>
            <a:spLocks noGrp="1"/>
          </p:cNvSpPr>
          <p:nvPr>
            <p:ph type="title" idx="6" hasCustomPrompt="1"/>
          </p:nvPr>
        </p:nvSpPr>
        <p:spPr>
          <a:xfrm>
            <a:off x="6118550" y="1685512"/>
            <a:ext cx="734700" cy="572100"/>
          </a:xfrm>
          <a:prstGeom prst="rect">
            <a:avLst/>
          </a:prstGeom>
          <a:noFill/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solidFill>
                  <a:schemeClr val="accent1"/>
                </a:solidFill>
                <a:latin typeface="Poppins Light"/>
                <a:ea typeface="Poppins Light"/>
                <a:cs typeface="Poppins Light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61E1A285-6AF4-4C90-A196-6D35AF62E001}"/>
              </a:ext>
            </a:extLst>
          </p:cNvPr>
          <p:cNvSpPr>
            <a:spLocks noGrp="1"/>
          </p:cNvSpPr>
          <p:nvPr>
            <p:ph type="title" idx="7" hasCustomPrompt="1"/>
          </p:nvPr>
        </p:nvSpPr>
        <p:spPr>
          <a:xfrm>
            <a:off x="6118550" y="3129169"/>
            <a:ext cx="734700" cy="572100"/>
          </a:xfrm>
          <a:prstGeom prst="rect">
            <a:avLst/>
          </a:prstGeom>
          <a:noFill/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solidFill>
                  <a:schemeClr val="accent1"/>
                </a:solidFill>
                <a:latin typeface="Poppins Light"/>
                <a:ea typeface="Poppins Light"/>
                <a:cs typeface="Poppins Light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Font typeface="Poppins Light"/>
              <a:buNone/>
              <a:defRPr sz="3000"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1CB222B7-D717-460C-9F13-40ABCF5C69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000" y="23713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4C3A0A24-5D00-4AB4-B016-75CBFD6596E9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3419271" y="23713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B3D034BD-52D7-489D-9EBB-F02A9E2F41D6}"/>
              </a:ext>
            </a:extLst>
          </p:cNvPr>
          <p:cNvSpPr>
            <a:spLocks noGrp="1"/>
          </p:cNvSpPr>
          <p:nvPr>
            <p:ph type="subTitle" idx="9"/>
          </p:nvPr>
        </p:nvSpPr>
        <p:spPr>
          <a:xfrm>
            <a:off x="6118549" y="23713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69F3D8D3-0080-496B-A7DE-B6BCB4B0BD6D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720000" y="3814969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77" name="Google Shape;77;p13">
            <a:extLst>
              <a:ext uri="{FF2B5EF4-FFF2-40B4-BE49-F238E27FC236}">
                <a16:creationId xmlns:a16="http://schemas.microsoft.com/office/drawing/2014/main" id="{826F03D0-03C0-44B1-AC4B-95225B68A8F9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3419271" y="3814969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78" name="Google Shape;78;p13">
            <a:extLst>
              <a:ext uri="{FF2B5EF4-FFF2-40B4-BE49-F238E27FC236}">
                <a16:creationId xmlns:a16="http://schemas.microsoft.com/office/drawing/2014/main" id="{4E67F226-18C6-4AE1-8238-AA4B981771B5}"/>
              </a:ext>
            </a:extLst>
          </p:cNvPr>
          <p:cNvSpPr>
            <a:spLocks noGrp="1"/>
          </p:cNvSpPr>
          <p:nvPr>
            <p:ph type="subTitle" idx="15"/>
          </p:nvPr>
        </p:nvSpPr>
        <p:spPr>
          <a:xfrm>
            <a:off x="6118549" y="3814969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cxnSp>
        <p:nvCxnSpPr>
          <p:cNvPr id="165" name="Google Shape;80;p13"/>
          <p:cNvCxnSpPr/>
          <p:nvPr/>
        </p:nvCxnSpPr>
        <p:spPr>
          <a:xfrm>
            <a:off x="7131" y="-685672"/>
            <a:ext cx="0" cy="1385508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" name="Google Shape;81;p13"/>
          <p:cNvCxnSpPr/>
          <p:nvPr/>
        </p:nvCxnSpPr>
        <p:spPr>
          <a:xfrm flipH="1">
            <a:off x="-482675" y="-482769"/>
            <a:ext cx="979657" cy="979657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7" name="Google Shape;82;p13"/>
          <p:cNvCxnSpPr/>
          <p:nvPr/>
        </p:nvCxnSpPr>
        <p:spPr>
          <a:xfrm rot="10800000">
            <a:off x="-482675" y="-482724"/>
            <a:ext cx="979657" cy="979657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8" name="Google Shape;83;p13"/>
          <p:cNvCxnSpPr/>
          <p:nvPr/>
        </p:nvCxnSpPr>
        <p:spPr>
          <a:xfrm>
            <a:off x="-685622" y="7082"/>
            <a:ext cx="1385508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>
            <a:extLst>
              <a:ext uri="{FF2B5EF4-FFF2-40B4-BE49-F238E27FC236}">
                <a16:creationId xmlns:a16="http://schemas.microsoft.com/office/drawing/2014/main" id="{7CB48753-B380-4787-8F89-3EE851770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cxnSp>
        <p:nvCxnSpPr>
          <p:cNvPr id="117" name="Google Shape;86;p14"/>
          <p:cNvCxnSpPr/>
          <p:nvPr/>
        </p:nvCxnSpPr>
        <p:spPr>
          <a:xfrm rot="10800000">
            <a:off x="-97425" y="4454915"/>
            <a:ext cx="94557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8" name="Google Shape;88;p14"/>
          <p:cNvCxnSpPr/>
          <p:nvPr/>
        </p:nvCxnSpPr>
        <p:spPr>
          <a:xfrm>
            <a:off x="359974" y="-58350"/>
            <a:ext cx="0" cy="5208902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9" name="Google Shape;89;p14"/>
          <p:cNvCxnSpPr/>
          <p:nvPr/>
        </p:nvCxnSpPr>
        <p:spPr>
          <a:xfrm flipH="1">
            <a:off x="105463" y="4535913"/>
            <a:ext cx="509056" cy="509056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0" name="Google Shape;90;p14"/>
          <p:cNvCxnSpPr/>
          <p:nvPr/>
        </p:nvCxnSpPr>
        <p:spPr>
          <a:xfrm rot="10800000">
            <a:off x="105463" y="4535937"/>
            <a:ext cx="509056" cy="509056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1" name="Google Shape;91;p14"/>
          <p:cNvCxnSpPr/>
          <p:nvPr/>
        </p:nvCxnSpPr>
        <p:spPr>
          <a:xfrm>
            <a:off x="7" y="4790453"/>
            <a:ext cx="719947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>
            <a:extLst>
              <a:ext uri="{FF2B5EF4-FFF2-40B4-BE49-F238E27FC236}">
                <a16:creationId xmlns:a16="http://schemas.microsoft.com/office/drawing/2014/main" id="{5208C9AE-2E9A-496A-956D-5B0693BAA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cxnSp>
        <p:nvCxnSpPr>
          <p:cNvPr id="136" name="Google Shape;95;p15"/>
          <p:cNvCxnSpPr/>
          <p:nvPr/>
        </p:nvCxnSpPr>
        <p:spPr>
          <a:xfrm rot="10800000">
            <a:off x="708339" y="-94028"/>
            <a:ext cx="0" cy="53217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7" name="Google Shape;97;p15"/>
          <p:cNvCxnSpPr/>
          <p:nvPr/>
        </p:nvCxnSpPr>
        <p:spPr>
          <a:xfrm>
            <a:off x="353283" y="4783793"/>
            <a:ext cx="0" cy="351577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" name="Google Shape;98;p15"/>
          <p:cNvCxnSpPr/>
          <p:nvPr/>
        </p:nvCxnSpPr>
        <p:spPr>
          <a:xfrm flipH="1">
            <a:off x="354317" y="4887235"/>
            <a:ext cx="248698" cy="248698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9" name="Google Shape;99;p15"/>
          <p:cNvCxnSpPr/>
          <p:nvPr/>
        </p:nvCxnSpPr>
        <p:spPr>
          <a:xfrm rot="10800000">
            <a:off x="103508" y="4887193"/>
            <a:ext cx="251382" cy="251382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" name="Google Shape;100;p15"/>
          <p:cNvCxnSpPr/>
          <p:nvPr/>
        </p:nvCxnSpPr>
        <p:spPr>
          <a:xfrm>
            <a:off x="108" y="5136968"/>
            <a:ext cx="706351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" name="Google Shape;101;p15"/>
          <p:cNvCxnSpPr/>
          <p:nvPr/>
        </p:nvCxnSpPr>
        <p:spPr>
          <a:xfrm rot="10800000">
            <a:off x="-95675" y="4786482"/>
            <a:ext cx="94200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" name="Google Shape;102;p15"/>
          <p:cNvCxnSpPr/>
          <p:nvPr/>
        </p:nvCxnSpPr>
        <p:spPr>
          <a:xfrm rot="10800000">
            <a:off x="-95750" y="295172"/>
            <a:ext cx="8022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>
            <a:extLst>
              <a:ext uri="{FF2B5EF4-FFF2-40B4-BE49-F238E27FC236}">
                <a16:creationId xmlns:a16="http://schemas.microsoft.com/office/drawing/2014/main" id="{DB02378D-6CDC-49F2-AEC0-F85D0A460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6">
            <a:extLst>
              <a:ext uri="{FF2B5EF4-FFF2-40B4-BE49-F238E27FC236}">
                <a16:creationId xmlns:a16="http://schemas.microsoft.com/office/drawing/2014/main" id="{7DC7BBDB-88E6-40BE-8BA0-8C3DB7BD1913}"/>
              </a:ext>
            </a:extLst>
          </p:cNvPr>
          <p:cNvSpPr>
            <a:spLocks noGrp="1"/>
          </p:cNvSpPr>
          <p:nvPr/>
        </p:nvSpPr>
        <p:spPr>
          <a:xfrm rot="10800000" flipH="1">
            <a:off x="4325" y="4696313"/>
            <a:ext cx="446400" cy="446400"/>
          </a:xfrm>
          <a:prstGeom prst="rect">
            <a:avLst/>
          </a:prstGeom>
          <a:noFill/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47" name="Google Shape;106;p16"/>
          <p:cNvCxnSpPr/>
          <p:nvPr/>
        </p:nvCxnSpPr>
        <p:spPr>
          <a:xfrm>
            <a:off x="395097" y="4696913"/>
            <a:ext cx="88251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" name="Google Shape;108;p16"/>
          <p:cNvCxnSpPr/>
          <p:nvPr/>
        </p:nvCxnSpPr>
        <p:spPr>
          <a:xfrm>
            <a:off x="9139484" y="-5511"/>
            <a:ext cx="0" cy="1255845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9" name="Google Shape;109;p16"/>
          <p:cNvCxnSpPr/>
          <p:nvPr/>
        </p:nvCxnSpPr>
        <p:spPr>
          <a:xfrm flipH="1">
            <a:off x="8695517" y="178404"/>
            <a:ext cx="887975" cy="887975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0" name="Google Shape;110;p16"/>
          <p:cNvCxnSpPr/>
          <p:nvPr/>
        </p:nvCxnSpPr>
        <p:spPr>
          <a:xfrm rot="10800000">
            <a:off x="8695517" y="178445"/>
            <a:ext cx="887975" cy="887975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1" name="Google Shape;111;p16"/>
          <p:cNvCxnSpPr/>
          <p:nvPr/>
        </p:nvCxnSpPr>
        <p:spPr>
          <a:xfrm>
            <a:off x="8511563" y="622412"/>
            <a:ext cx="1255845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" name="Google Shape;112;p16"/>
          <p:cNvCxnSpPr/>
          <p:nvPr/>
        </p:nvCxnSpPr>
        <p:spPr>
          <a:xfrm rot="10800000">
            <a:off x="450725" y="-3725"/>
            <a:ext cx="0" cy="47073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 1">
  <p:cSld name="BIG_NUMBER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>
            <a:extLst>
              <a:ext uri="{FF2B5EF4-FFF2-40B4-BE49-F238E27FC236}">
                <a16:creationId xmlns:a16="http://schemas.microsoft.com/office/drawing/2014/main" id="{D45DD139-E2A7-45AD-9595-AC9D454D19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1050" y="1542500"/>
            <a:ext cx="6561900" cy="14826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8000">
                <a:solidFill>
                  <a:schemeClr val="accent1"/>
                </a:solidFill>
                <a:latin typeface="Poppins Light"/>
                <a:ea typeface="Poppins Light"/>
                <a:cs typeface="Poppins Light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9600">
                <a:latin typeface="Poppins Light"/>
                <a:ea typeface="Poppins Light"/>
                <a:cs typeface="Poppins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9600">
                <a:latin typeface="Poppins Light"/>
                <a:ea typeface="Poppins Light"/>
                <a:cs typeface="Poppins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9600">
                <a:latin typeface="Poppins Light"/>
                <a:ea typeface="Poppins Light"/>
                <a:cs typeface="Poppins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9600">
                <a:latin typeface="Poppins Light"/>
                <a:ea typeface="Poppins Light"/>
                <a:cs typeface="Poppins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9600">
                <a:latin typeface="Poppins Light"/>
                <a:ea typeface="Poppins Light"/>
                <a:cs typeface="Poppins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9600">
                <a:latin typeface="Poppins Light"/>
                <a:ea typeface="Poppins Light"/>
                <a:cs typeface="Poppins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9600">
                <a:latin typeface="Poppins Light"/>
                <a:ea typeface="Poppins Light"/>
                <a:cs typeface="Poppins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9600"/>
              <a:buFont typeface="Poppins Light"/>
              <a:buNone/>
              <a:defRPr sz="9600"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115" name="Google Shape;115;p17">
            <a:extLst>
              <a:ext uri="{FF2B5EF4-FFF2-40B4-BE49-F238E27FC236}">
                <a16:creationId xmlns:a16="http://schemas.microsoft.com/office/drawing/2014/main" id="{792AE063-AB83-4E70-88B2-BAC4964692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91050" y="3079100"/>
            <a:ext cx="6561900" cy="497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cxnSp>
        <p:nvCxnSpPr>
          <p:cNvPr id="198" name="Google Shape;116;p17"/>
          <p:cNvCxnSpPr/>
          <p:nvPr/>
        </p:nvCxnSpPr>
        <p:spPr>
          <a:xfrm>
            <a:off x="986475" y="-178200"/>
            <a:ext cx="0" cy="53217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9" name="Google Shape;118;p17"/>
          <p:cNvCxnSpPr/>
          <p:nvPr/>
        </p:nvCxnSpPr>
        <p:spPr>
          <a:xfrm>
            <a:off x="464895" y="581050"/>
            <a:ext cx="0" cy="964019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0" name="Google Shape;119;p17"/>
          <p:cNvCxnSpPr/>
          <p:nvPr/>
        </p:nvCxnSpPr>
        <p:spPr>
          <a:xfrm flipH="1">
            <a:off x="124094" y="722227"/>
            <a:ext cx="681633" cy="681633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1" name="Google Shape;120;p17"/>
          <p:cNvCxnSpPr/>
          <p:nvPr/>
        </p:nvCxnSpPr>
        <p:spPr>
          <a:xfrm rot="10800000">
            <a:off x="124094" y="722259"/>
            <a:ext cx="681633" cy="681633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2" name="Google Shape;121;p17"/>
          <p:cNvCxnSpPr/>
          <p:nvPr/>
        </p:nvCxnSpPr>
        <p:spPr>
          <a:xfrm>
            <a:off x="-17113" y="1063059"/>
            <a:ext cx="964019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3" name="Google Shape;122;p17"/>
          <p:cNvCxnSpPr/>
          <p:nvPr/>
        </p:nvCxnSpPr>
        <p:spPr>
          <a:xfrm rot="10800000">
            <a:off x="9144000" y="-266475"/>
            <a:ext cx="0" cy="53217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4" name="Google Shape;124;p17"/>
          <p:cNvCxnSpPr/>
          <p:nvPr/>
        </p:nvCxnSpPr>
        <p:spPr>
          <a:xfrm flipH="1">
            <a:off x="6886616" y="3789406"/>
            <a:ext cx="0" cy="1553971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5" name="Google Shape;125;p17"/>
          <p:cNvCxnSpPr/>
          <p:nvPr/>
        </p:nvCxnSpPr>
        <p:spPr>
          <a:xfrm>
            <a:off x="7435977" y="4016980"/>
            <a:ext cx="1098773" cy="1098773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" name="Google Shape;126;p17"/>
          <p:cNvCxnSpPr/>
          <p:nvPr/>
        </p:nvCxnSpPr>
        <p:spPr>
          <a:xfrm rot="10800000" flipH="1">
            <a:off x="7435977" y="4017030"/>
            <a:ext cx="1098773" cy="1098773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7" name="Google Shape;127;p17"/>
          <p:cNvCxnSpPr/>
          <p:nvPr/>
        </p:nvCxnSpPr>
        <p:spPr>
          <a:xfrm flipH="1">
            <a:off x="7663600" y="4566391"/>
            <a:ext cx="1553971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8" name="Google Shape;128;p17"/>
          <p:cNvCxnSpPr/>
          <p:nvPr/>
        </p:nvCxnSpPr>
        <p:spPr>
          <a:xfrm>
            <a:off x="8140400" y="0"/>
            <a:ext cx="0" cy="53217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9" name="Google Shape;129;p17"/>
          <p:cNvCxnSpPr/>
          <p:nvPr/>
        </p:nvCxnSpPr>
        <p:spPr>
          <a:xfrm>
            <a:off x="-43312" y="1545076"/>
            <a:ext cx="10164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0" name="Google Shape;130;p17"/>
          <p:cNvCxnSpPr/>
          <p:nvPr/>
        </p:nvCxnSpPr>
        <p:spPr>
          <a:xfrm>
            <a:off x="-98000" y="580900"/>
            <a:ext cx="93420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1" name="Google Shape;131;p17"/>
          <p:cNvCxnSpPr/>
          <p:nvPr/>
        </p:nvCxnSpPr>
        <p:spPr>
          <a:xfrm>
            <a:off x="-99000" y="4566400"/>
            <a:ext cx="93420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>
            <a:extLst>
              <a:ext uri="{FF2B5EF4-FFF2-40B4-BE49-F238E27FC236}">
                <a16:creationId xmlns:a16="http://schemas.microsoft.com/office/drawing/2014/main" id="{0BA3F697-829A-485F-A00E-2A3A9528D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6325" y="2869400"/>
            <a:ext cx="5250600" cy="661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4" name="Google Shape;134;p18">
            <a:extLst>
              <a:ext uri="{FF2B5EF4-FFF2-40B4-BE49-F238E27FC236}">
                <a16:creationId xmlns:a16="http://schemas.microsoft.com/office/drawing/2014/main" id="{7B4B35CC-4335-4BF8-8F9F-B91B7B838F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6325" y="948150"/>
            <a:ext cx="5250600" cy="18633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 sz="27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9">
            <a:extLst>
              <a:ext uri="{FF2B5EF4-FFF2-40B4-BE49-F238E27FC236}">
                <a16:creationId xmlns:a16="http://schemas.microsoft.com/office/drawing/2014/main" id="{7AC058DF-2014-40ED-AFE3-4E7474B8C7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1474600"/>
            <a:ext cx="3519600" cy="16578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19">
            <a:extLst>
              <a:ext uri="{FF2B5EF4-FFF2-40B4-BE49-F238E27FC236}">
                <a16:creationId xmlns:a16="http://schemas.microsoft.com/office/drawing/2014/main" id="{88F72F0B-CB6A-46A7-AA66-E87AA8584B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000" y="3123750"/>
            <a:ext cx="3519600" cy="1116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19">
            <a:extLst>
              <a:ext uri="{FF2B5EF4-FFF2-40B4-BE49-F238E27FC236}">
                <a16:creationId xmlns:a16="http://schemas.microsoft.com/office/drawing/2014/main" id="{0FEB7367-02D5-4FE4-A68F-F46F51CC95C2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5066625" y="567525"/>
            <a:ext cx="3519600" cy="4615800"/>
          </a:xfrm>
          <a:prstGeom prst="rect">
            <a:avLst/>
          </a:prstGeom>
          <a:noFill/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</p:sp>
      <p:cxnSp>
        <p:nvCxnSpPr>
          <p:cNvPr id="175" name="Google Shape;140;p19"/>
          <p:cNvCxnSpPr/>
          <p:nvPr/>
        </p:nvCxnSpPr>
        <p:spPr>
          <a:xfrm>
            <a:off x="8589598" y="3189"/>
            <a:ext cx="0" cy="5180087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" name="Google Shape;141;p19"/>
          <p:cNvCxnSpPr/>
          <p:nvPr/>
        </p:nvCxnSpPr>
        <p:spPr>
          <a:xfrm flipH="1">
            <a:off x="8590938" y="167775"/>
            <a:ext cx="396004" cy="396513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" name="Google Shape;142;p19"/>
          <p:cNvCxnSpPr/>
          <p:nvPr/>
        </p:nvCxnSpPr>
        <p:spPr>
          <a:xfrm rot="10800000">
            <a:off x="8192290" y="167812"/>
            <a:ext cx="794652" cy="794652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8" name="Google Shape;143;p19"/>
          <p:cNvCxnSpPr/>
          <p:nvPr/>
        </p:nvCxnSpPr>
        <p:spPr>
          <a:xfrm>
            <a:off x="-80175" y="565126"/>
            <a:ext cx="9231636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4" name="Google Shape;146;p20"/>
          <p:cNvCxnSpPr/>
          <p:nvPr/>
        </p:nvCxnSpPr>
        <p:spPr>
          <a:xfrm flipH="1">
            <a:off x="7994877" y="-769"/>
            <a:ext cx="0" cy="443659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5" name="Google Shape;147;p20"/>
          <p:cNvCxnSpPr/>
          <p:nvPr/>
        </p:nvCxnSpPr>
        <p:spPr>
          <a:xfrm>
            <a:off x="7993549" y="162311"/>
            <a:ext cx="392382" cy="392886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" name="Google Shape;148;p20"/>
          <p:cNvCxnSpPr/>
          <p:nvPr/>
        </p:nvCxnSpPr>
        <p:spPr>
          <a:xfrm rot="10800000" flipH="1">
            <a:off x="8388549" y="162348"/>
            <a:ext cx="787383" cy="787383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" name="Google Shape;149;p20"/>
          <p:cNvCxnSpPr/>
          <p:nvPr/>
        </p:nvCxnSpPr>
        <p:spPr>
          <a:xfrm flipH="1">
            <a:off x="16580874" y="556025"/>
            <a:ext cx="9295179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8" name="Google Shape;150;p20"/>
          <p:cNvCxnSpPr/>
          <p:nvPr/>
        </p:nvCxnSpPr>
        <p:spPr>
          <a:xfrm rot="10800000">
            <a:off x="147" y="4606137"/>
            <a:ext cx="95478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" name="Google Shape;151;p20">
            <a:extLst>
              <a:ext uri="{FF2B5EF4-FFF2-40B4-BE49-F238E27FC236}">
                <a16:creationId xmlns:a16="http://schemas.microsoft.com/office/drawing/2014/main" id="{7E8774B4-08DB-4B19-8436-627DF31EF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4800" y="1322200"/>
            <a:ext cx="3519600" cy="16578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0">
            <a:extLst>
              <a:ext uri="{FF2B5EF4-FFF2-40B4-BE49-F238E27FC236}">
                <a16:creationId xmlns:a16="http://schemas.microsoft.com/office/drawing/2014/main" id="{7C66EA3B-AE5C-40BB-AED0-4C2DF7BC39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34800" y="2971350"/>
            <a:ext cx="3519600" cy="1116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20">
            <a:extLst>
              <a:ext uri="{FF2B5EF4-FFF2-40B4-BE49-F238E27FC236}">
                <a16:creationId xmlns:a16="http://schemas.microsoft.com/office/drawing/2014/main" id="{81688940-6A09-4C5D-A8F9-7FD705B02A90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713225" y="558636"/>
            <a:ext cx="3816900" cy="4049400"/>
          </a:xfrm>
          <a:prstGeom prst="rect">
            <a:avLst/>
          </a:prstGeom>
          <a:noFill/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1">
            <a:extLst>
              <a:ext uri="{FF2B5EF4-FFF2-40B4-BE49-F238E27FC236}">
                <a16:creationId xmlns:a16="http://schemas.microsoft.com/office/drawing/2014/main" id="{2D6532A7-AF54-41E9-8654-C34CA856B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800" y="1637550"/>
            <a:ext cx="3336000" cy="10632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21">
            <a:extLst>
              <a:ext uri="{FF2B5EF4-FFF2-40B4-BE49-F238E27FC236}">
                <a16:creationId xmlns:a16="http://schemas.microsoft.com/office/drawing/2014/main" id="{0A4CD961-4D72-4187-9454-E8B7701FB1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24800" y="2700750"/>
            <a:ext cx="3336000" cy="805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cxnSp>
        <p:nvCxnSpPr>
          <p:cNvPr id="204" name="Google Shape;158;p21"/>
          <p:cNvCxnSpPr/>
          <p:nvPr/>
        </p:nvCxnSpPr>
        <p:spPr>
          <a:xfrm rot="10800000">
            <a:off x="713225" y="-94028"/>
            <a:ext cx="0" cy="53217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5" name="Google Shape;160;p21"/>
          <p:cNvCxnSpPr/>
          <p:nvPr/>
        </p:nvCxnSpPr>
        <p:spPr>
          <a:xfrm>
            <a:off x="353283" y="4432225"/>
            <a:ext cx="0" cy="706351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" name="Google Shape;161;p21"/>
          <p:cNvCxnSpPr/>
          <p:nvPr/>
        </p:nvCxnSpPr>
        <p:spPr>
          <a:xfrm flipH="1">
            <a:off x="103573" y="4535668"/>
            <a:ext cx="499442" cy="499442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7" name="Google Shape;162;p21"/>
          <p:cNvCxnSpPr/>
          <p:nvPr/>
        </p:nvCxnSpPr>
        <p:spPr>
          <a:xfrm rot="10800000">
            <a:off x="103573" y="4535691"/>
            <a:ext cx="499442" cy="499442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8" name="Google Shape;163;p21"/>
          <p:cNvCxnSpPr/>
          <p:nvPr/>
        </p:nvCxnSpPr>
        <p:spPr>
          <a:xfrm>
            <a:off x="108" y="4785401"/>
            <a:ext cx="706351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9" name="Google Shape;164;p21"/>
          <p:cNvCxnSpPr/>
          <p:nvPr/>
        </p:nvCxnSpPr>
        <p:spPr>
          <a:xfrm rot="10800000">
            <a:off x="-95675" y="4432225"/>
            <a:ext cx="94200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0" name="Google Shape;165;p21"/>
          <p:cNvCxnSpPr/>
          <p:nvPr/>
        </p:nvCxnSpPr>
        <p:spPr>
          <a:xfrm rot="10800000">
            <a:off x="-95750" y="295172"/>
            <a:ext cx="8022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2">
            <a:extLst>
              <a:ext uri="{FF2B5EF4-FFF2-40B4-BE49-F238E27FC236}">
                <a16:creationId xmlns:a16="http://schemas.microsoft.com/office/drawing/2014/main" id="{B793BAAD-D74F-4867-BF21-357E5E0D3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7600" y="1610400"/>
            <a:ext cx="3593400" cy="6468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22">
            <a:extLst>
              <a:ext uri="{FF2B5EF4-FFF2-40B4-BE49-F238E27FC236}">
                <a16:creationId xmlns:a16="http://schemas.microsoft.com/office/drawing/2014/main" id="{BA8ED8E2-84BC-41A6-A11F-381AF394E6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7771" y="2257200"/>
            <a:ext cx="3593400" cy="1080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cxnSp>
        <p:nvCxnSpPr>
          <p:cNvPr id="200" name="Google Shape;170;p22"/>
          <p:cNvCxnSpPr/>
          <p:nvPr/>
        </p:nvCxnSpPr>
        <p:spPr>
          <a:xfrm flipH="1">
            <a:off x="-983250" y="-147191"/>
            <a:ext cx="0" cy="5330078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1" name="Google Shape;171;p22"/>
          <p:cNvCxnSpPr/>
          <p:nvPr/>
        </p:nvCxnSpPr>
        <p:spPr>
          <a:xfrm>
            <a:off x="-553937" y="4146359"/>
            <a:ext cx="858665" cy="858665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2" name="Google Shape;172;p22"/>
          <p:cNvCxnSpPr/>
          <p:nvPr/>
        </p:nvCxnSpPr>
        <p:spPr>
          <a:xfrm rot="10800000" flipH="1">
            <a:off x="-553937" y="4146399"/>
            <a:ext cx="858665" cy="858665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3" name="Google Shape;173;p22"/>
          <p:cNvCxnSpPr/>
          <p:nvPr/>
        </p:nvCxnSpPr>
        <p:spPr>
          <a:xfrm flipH="1">
            <a:off x="-254428" y="4575707"/>
            <a:ext cx="9876414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3">
            <a:extLst>
              <a:ext uri="{FF2B5EF4-FFF2-40B4-BE49-F238E27FC236}">
                <a16:creationId xmlns:a16="http://schemas.microsoft.com/office/drawing/2014/main" id="{B7540C6E-79AA-4D72-9521-9D9631E7C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23">
            <a:extLst>
              <a:ext uri="{FF2B5EF4-FFF2-40B4-BE49-F238E27FC236}">
                <a16:creationId xmlns:a16="http://schemas.microsoft.com/office/drawing/2014/main" id="{01164F8F-06C0-4EB1-B22E-28B03C4120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7344" y="2519922"/>
            <a:ext cx="2884500" cy="1800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23">
            <a:extLst>
              <a:ext uri="{FF2B5EF4-FFF2-40B4-BE49-F238E27FC236}">
                <a16:creationId xmlns:a16="http://schemas.microsoft.com/office/drawing/2014/main" id="{C2AC312E-B734-46F6-AF9F-9F579AD55257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720000" y="2519922"/>
            <a:ext cx="2884500" cy="1800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23">
            <a:extLst>
              <a:ext uri="{FF2B5EF4-FFF2-40B4-BE49-F238E27FC236}">
                <a16:creationId xmlns:a16="http://schemas.microsoft.com/office/drawing/2014/main" id="{70D9D970-4695-43CB-BE7F-260425CF0728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720001" y="1978850"/>
            <a:ext cx="2884500" cy="4572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179" name="Google Shape;179;p23">
            <a:extLst>
              <a:ext uri="{FF2B5EF4-FFF2-40B4-BE49-F238E27FC236}">
                <a16:creationId xmlns:a16="http://schemas.microsoft.com/office/drawing/2014/main" id="{F3273D19-9728-4399-949F-813553DFF8E6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4637372" y="1978850"/>
            <a:ext cx="2884500" cy="4572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cxnSp>
        <p:nvCxnSpPr>
          <p:cNvPr id="241" name="Google Shape;180;p23"/>
          <p:cNvCxnSpPr/>
          <p:nvPr/>
        </p:nvCxnSpPr>
        <p:spPr>
          <a:xfrm>
            <a:off x="8430775" y="-89100"/>
            <a:ext cx="0" cy="53217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2" name="Google Shape;182;p23"/>
          <p:cNvCxnSpPr/>
          <p:nvPr/>
        </p:nvCxnSpPr>
        <p:spPr>
          <a:xfrm>
            <a:off x="8790717" y="-4"/>
            <a:ext cx="0" cy="706351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3" name="Google Shape;183;p23"/>
          <p:cNvCxnSpPr/>
          <p:nvPr/>
        </p:nvCxnSpPr>
        <p:spPr>
          <a:xfrm flipH="1">
            <a:off x="8541007" y="103439"/>
            <a:ext cx="499442" cy="499442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4" name="Google Shape;184;p23"/>
          <p:cNvCxnSpPr/>
          <p:nvPr/>
        </p:nvCxnSpPr>
        <p:spPr>
          <a:xfrm rot="10800000">
            <a:off x="8541007" y="103462"/>
            <a:ext cx="499442" cy="499442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5" name="Google Shape;185;p23"/>
          <p:cNvCxnSpPr/>
          <p:nvPr/>
        </p:nvCxnSpPr>
        <p:spPr>
          <a:xfrm>
            <a:off x="8437542" y="353172"/>
            <a:ext cx="706351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6" name="Google Shape;186;p23"/>
          <p:cNvCxnSpPr/>
          <p:nvPr/>
        </p:nvCxnSpPr>
        <p:spPr>
          <a:xfrm>
            <a:off x="8437550" y="706350"/>
            <a:ext cx="8022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7" name="Google Shape;187;p23"/>
          <p:cNvCxnSpPr/>
          <p:nvPr/>
        </p:nvCxnSpPr>
        <p:spPr>
          <a:xfrm>
            <a:off x="8437550" y="4843400"/>
            <a:ext cx="8022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4">
            <a:extLst>
              <a:ext uri="{FF2B5EF4-FFF2-40B4-BE49-F238E27FC236}">
                <a16:creationId xmlns:a16="http://schemas.microsoft.com/office/drawing/2014/main" id="{D2A0F629-8A82-4D82-8C94-1AF35844D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24">
            <a:extLst>
              <a:ext uri="{FF2B5EF4-FFF2-40B4-BE49-F238E27FC236}">
                <a16:creationId xmlns:a16="http://schemas.microsoft.com/office/drawing/2014/main" id="{75923665-4D54-4F0D-99A9-E1D8C7015F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2556" y="1658700"/>
            <a:ext cx="3281700" cy="2420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24">
            <a:extLst>
              <a:ext uri="{FF2B5EF4-FFF2-40B4-BE49-F238E27FC236}">
                <a16:creationId xmlns:a16="http://schemas.microsoft.com/office/drawing/2014/main" id="{7B4D743F-948A-4140-BCC2-6100061508AF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720000" y="1658700"/>
            <a:ext cx="3281700" cy="2420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4">
            <a:extLst>
              <a:ext uri="{FF2B5EF4-FFF2-40B4-BE49-F238E27FC236}">
                <a16:creationId xmlns:a16="http://schemas.microsoft.com/office/drawing/2014/main" id="{23A66D72-5A37-461E-B574-B1D76157B70E}"/>
              </a:ext>
            </a:extLst>
          </p:cNvPr>
          <p:cNvSpPr>
            <a:spLocks noGrp="1"/>
          </p:cNvSpPr>
          <p:nvPr/>
        </p:nvSpPr>
        <p:spPr>
          <a:xfrm>
            <a:off x="4325" y="5300"/>
            <a:ext cx="446400" cy="446400"/>
          </a:xfrm>
          <a:prstGeom prst="rect">
            <a:avLst/>
          </a:prstGeom>
          <a:noFill/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3" name="Google Shape;193;p24"/>
          <p:cNvCxnSpPr/>
          <p:nvPr/>
        </p:nvCxnSpPr>
        <p:spPr>
          <a:xfrm>
            <a:off x="395097" y="451099"/>
            <a:ext cx="88251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4" name="Google Shape;194;p24"/>
          <p:cNvCxnSpPr/>
          <p:nvPr/>
        </p:nvCxnSpPr>
        <p:spPr>
          <a:xfrm>
            <a:off x="450725" y="304700"/>
            <a:ext cx="0" cy="49368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5">
            <a:extLst>
              <a:ext uri="{FF2B5EF4-FFF2-40B4-BE49-F238E27FC236}">
                <a16:creationId xmlns:a16="http://schemas.microsoft.com/office/drawing/2014/main" id="{4403EC31-4943-4A03-B234-1D4D16C4A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5">
            <a:extLst>
              <a:ext uri="{FF2B5EF4-FFF2-40B4-BE49-F238E27FC236}">
                <a16:creationId xmlns:a16="http://schemas.microsoft.com/office/drawing/2014/main" id="{C4F32551-664D-4103-8E37-1AA9F4ED0D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000" y="2360150"/>
            <a:ext cx="2380800" cy="1513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25">
            <a:extLst>
              <a:ext uri="{FF2B5EF4-FFF2-40B4-BE49-F238E27FC236}">
                <a16:creationId xmlns:a16="http://schemas.microsoft.com/office/drawing/2014/main" id="{A64AB24C-E124-4F05-9323-CE6E9EC070C2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381599" y="2360150"/>
            <a:ext cx="2380800" cy="1513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25">
            <a:extLst>
              <a:ext uri="{FF2B5EF4-FFF2-40B4-BE49-F238E27FC236}">
                <a16:creationId xmlns:a16="http://schemas.microsoft.com/office/drawing/2014/main" id="{9A5B3D37-D0CB-42E1-B58C-F191AB80BAAC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6043197" y="2360150"/>
            <a:ext cx="2380800" cy="1513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25">
            <a:extLst>
              <a:ext uri="{FF2B5EF4-FFF2-40B4-BE49-F238E27FC236}">
                <a16:creationId xmlns:a16="http://schemas.microsoft.com/office/drawing/2014/main" id="{B412BFE3-65BA-48C3-AF24-8A8FB91AA72A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720000" y="1858200"/>
            <a:ext cx="2380800" cy="4572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01" name="Google Shape;201;p25">
            <a:extLst>
              <a:ext uri="{FF2B5EF4-FFF2-40B4-BE49-F238E27FC236}">
                <a16:creationId xmlns:a16="http://schemas.microsoft.com/office/drawing/2014/main" id="{D1796EF4-2544-4951-8506-9519DD0A3188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3381599" y="1858200"/>
            <a:ext cx="2380800" cy="4572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02" name="Google Shape;202;p25">
            <a:extLst>
              <a:ext uri="{FF2B5EF4-FFF2-40B4-BE49-F238E27FC236}">
                <a16:creationId xmlns:a16="http://schemas.microsoft.com/office/drawing/2014/main" id="{A4EE2BD1-AEAA-4734-8AEB-43411DC56B41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6043197" y="1858200"/>
            <a:ext cx="2380800" cy="4572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oppins SemiBold"/>
              <a:buNone/>
              <a:defRPr sz="24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cxnSp>
        <p:nvCxnSpPr>
          <p:cNvPr id="269" name="Google Shape;203;p25"/>
          <p:cNvCxnSpPr/>
          <p:nvPr/>
        </p:nvCxnSpPr>
        <p:spPr>
          <a:xfrm rot="10800000">
            <a:off x="-97425" y="4570799"/>
            <a:ext cx="94557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0" name="Google Shape;205;p25"/>
          <p:cNvCxnSpPr/>
          <p:nvPr/>
        </p:nvCxnSpPr>
        <p:spPr>
          <a:xfrm>
            <a:off x="555273" y="4579792"/>
            <a:ext cx="0" cy="1118886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1" name="Google Shape;206;p25"/>
          <p:cNvCxnSpPr/>
          <p:nvPr/>
        </p:nvCxnSpPr>
        <p:spPr>
          <a:xfrm flipH="1">
            <a:off x="159724" y="4743649"/>
            <a:ext cx="791135" cy="791135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2" name="Google Shape;207;p25"/>
          <p:cNvCxnSpPr/>
          <p:nvPr/>
        </p:nvCxnSpPr>
        <p:spPr>
          <a:xfrm rot="10800000">
            <a:off x="159724" y="4743686"/>
            <a:ext cx="791135" cy="791135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3" name="Google Shape;208;p25"/>
          <p:cNvCxnSpPr/>
          <p:nvPr/>
        </p:nvCxnSpPr>
        <p:spPr>
          <a:xfrm>
            <a:off x="-4169" y="5139235"/>
            <a:ext cx="1118886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4" name="Google Shape;209;p25"/>
          <p:cNvCxnSpPr/>
          <p:nvPr/>
        </p:nvCxnSpPr>
        <p:spPr>
          <a:xfrm rot="10800000">
            <a:off x="1114539" y="4570811"/>
            <a:ext cx="0" cy="6003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6">
            <a:extLst>
              <a:ext uri="{FF2B5EF4-FFF2-40B4-BE49-F238E27FC236}">
                <a16:creationId xmlns:a16="http://schemas.microsoft.com/office/drawing/2014/main" id="{93532D2A-7C0D-4203-879B-89A75B849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26">
            <a:extLst>
              <a:ext uri="{FF2B5EF4-FFF2-40B4-BE49-F238E27FC236}">
                <a16:creationId xmlns:a16="http://schemas.microsoft.com/office/drawing/2014/main" id="{D8C46ED7-B34B-4F58-8283-6DB80AE38B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000" y="1988525"/>
            <a:ext cx="3104100" cy="954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3" name="Google Shape;213;p26">
            <a:extLst>
              <a:ext uri="{FF2B5EF4-FFF2-40B4-BE49-F238E27FC236}">
                <a16:creationId xmlns:a16="http://schemas.microsoft.com/office/drawing/2014/main" id="{464E4789-5F70-493F-AD13-A572C0E0C374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4945474" y="1988525"/>
            <a:ext cx="3104100" cy="954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26">
            <a:extLst>
              <a:ext uri="{FF2B5EF4-FFF2-40B4-BE49-F238E27FC236}">
                <a16:creationId xmlns:a16="http://schemas.microsoft.com/office/drawing/2014/main" id="{22C7A40B-A3C7-4010-846D-25476E913201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720000" y="3649100"/>
            <a:ext cx="3104100" cy="954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26">
            <a:extLst>
              <a:ext uri="{FF2B5EF4-FFF2-40B4-BE49-F238E27FC236}">
                <a16:creationId xmlns:a16="http://schemas.microsoft.com/office/drawing/2014/main" id="{40C9675C-2892-4501-A189-E02614BE52B0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4945474" y="3649100"/>
            <a:ext cx="3104100" cy="954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p26">
            <a:extLst>
              <a:ext uri="{FF2B5EF4-FFF2-40B4-BE49-F238E27FC236}">
                <a16:creationId xmlns:a16="http://schemas.microsoft.com/office/drawing/2014/main" id="{5F3878BE-857F-47DA-93B4-14F10A67CFF3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720000" y="1542775"/>
            <a:ext cx="3104100" cy="4572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17" name="Google Shape;217;p26">
            <a:extLst>
              <a:ext uri="{FF2B5EF4-FFF2-40B4-BE49-F238E27FC236}">
                <a16:creationId xmlns:a16="http://schemas.microsoft.com/office/drawing/2014/main" id="{68F2D776-607F-4F04-9C35-9141BE71FD38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720000" y="3203425"/>
            <a:ext cx="3104100" cy="4572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18" name="Google Shape;218;p26">
            <a:extLst>
              <a:ext uri="{FF2B5EF4-FFF2-40B4-BE49-F238E27FC236}">
                <a16:creationId xmlns:a16="http://schemas.microsoft.com/office/drawing/2014/main" id="{BB3C1B48-E848-4052-B16A-EDE02BB87462}"/>
              </a:ext>
            </a:extLst>
          </p:cNvPr>
          <p:cNvSpPr>
            <a:spLocks noGrp="1"/>
          </p:cNvSpPr>
          <p:nvPr>
            <p:ph type="subTitle" idx="7"/>
          </p:nvPr>
        </p:nvSpPr>
        <p:spPr>
          <a:xfrm>
            <a:off x="4945444" y="1542775"/>
            <a:ext cx="3104100" cy="4572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19" name="Google Shape;219;p26">
            <a:extLst>
              <a:ext uri="{FF2B5EF4-FFF2-40B4-BE49-F238E27FC236}">
                <a16:creationId xmlns:a16="http://schemas.microsoft.com/office/drawing/2014/main" id="{D58463B7-8A1D-42F1-BF27-9ACC89142F90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4945444" y="3203425"/>
            <a:ext cx="3104100" cy="4572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cxnSp>
        <p:nvCxnSpPr>
          <p:cNvPr id="301" name="Google Shape;220;p26"/>
          <p:cNvCxnSpPr/>
          <p:nvPr/>
        </p:nvCxnSpPr>
        <p:spPr>
          <a:xfrm rot="10800000">
            <a:off x="8430775" y="-89100"/>
            <a:ext cx="0" cy="53217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2" name="Google Shape;222;p26"/>
          <p:cNvCxnSpPr/>
          <p:nvPr/>
        </p:nvCxnSpPr>
        <p:spPr>
          <a:xfrm flipH="1">
            <a:off x="8220909" y="4437153"/>
            <a:ext cx="0" cy="706351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3" name="Google Shape;223;p26"/>
          <p:cNvCxnSpPr/>
          <p:nvPr/>
        </p:nvCxnSpPr>
        <p:spPr>
          <a:xfrm>
            <a:off x="8470619" y="4540596"/>
            <a:ext cx="499442" cy="499442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4" name="Google Shape;224;p26"/>
          <p:cNvCxnSpPr/>
          <p:nvPr/>
        </p:nvCxnSpPr>
        <p:spPr>
          <a:xfrm rot="10800000" flipH="1">
            <a:off x="8470619" y="4540619"/>
            <a:ext cx="499442" cy="499442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5" name="Google Shape;225;p26"/>
          <p:cNvCxnSpPr/>
          <p:nvPr/>
        </p:nvCxnSpPr>
        <p:spPr>
          <a:xfrm flipH="1">
            <a:off x="8574084" y="4790329"/>
            <a:ext cx="706351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6" name="Google Shape;226;p26"/>
          <p:cNvCxnSpPr/>
          <p:nvPr/>
        </p:nvCxnSpPr>
        <p:spPr>
          <a:xfrm>
            <a:off x="8437550" y="4437150"/>
            <a:ext cx="8022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7" name="Google Shape;227;p26"/>
          <p:cNvCxnSpPr/>
          <p:nvPr/>
        </p:nvCxnSpPr>
        <p:spPr>
          <a:xfrm>
            <a:off x="8437550" y="300100"/>
            <a:ext cx="8022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7">
            <a:extLst>
              <a:ext uri="{FF2B5EF4-FFF2-40B4-BE49-F238E27FC236}">
                <a16:creationId xmlns:a16="http://schemas.microsoft.com/office/drawing/2014/main" id="{FD11DC0A-8453-433F-AA4C-20F309204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27">
            <a:extLst>
              <a:ext uri="{FF2B5EF4-FFF2-40B4-BE49-F238E27FC236}">
                <a16:creationId xmlns:a16="http://schemas.microsoft.com/office/drawing/2014/main" id="{2E3C2190-778B-49EB-8C93-A8451824E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000" y="1826901"/>
            <a:ext cx="2225400" cy="1105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p27">
            <a:extLst>
              <a:ext uri="{FF2B5EF4-FFF2-40B4-BE49-F238E27FC236}">
                <a16:creationId xmlns:a16="http://schemas.microsoft.com/office/drawing/2014/main" id="{D99BEC86-A763-4015-8FC8-1E4F61B1E919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459312" y="1826901"/>
            <a:ext cx="2225400" cy="1105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32" name="Google Shape;232;p27">
            <a:extLst>
              <a:ext uri="{FF2B5EF4-FFF2-40B4-BE49-F238E27FC236}">
                <a16:creationId xmlns:a16="http://schemas.microsoft.com/office/drawing/2014/main" id="{B1F3C432-EC78-41CB-845A-E8F4F502ED3C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720000" y="3481000"/>
            <a:ext cx="2225400" cy="1105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33" name="Google Shape;233;p27">
            <a:extLst>
              <a:ext uri="{FF2B5EF4-FFF2-40B4-BE49-F238E27FC236}">
                <a16:creationId xmlns:a16="http://schemas.microsoft.com/office/drawing/2014/main" id="{CF8E1E14-085F-4F4F-83FD-70A001E7DFF2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3459312" y="3481000"/>
            <a:ext cx="2225400" cy="1105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p27">
            <a:extLst>
              <a:ext uri="{FF2B5EF4-FFF2-40B4-BE49-F238E27FC236}">
                <a16:creationId xmlns:a16="http://schemas.microsoft.com/office/drawing/2014/main" id="{ECC8E5B0-12C0-476A-B4F4-EBA75C9FAAF6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6198620" y="1826901"/>
            <a:ext cx="2225400" cy="1105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35" name="Google Shape;235;p27">
            <a:extLst>
              <a:ext uri="{FF2B5EF4-FFF2-40B4-BE49-F238E27FC236}">
                <a16:creationId xmlns:a16="http://schemas.microsoft.com/office/drawing/2014/main" id="{1FAD78A9-DE08-4F96-BD43-1B9CF75A23EA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6198620" y="3481000"/>
            <a:ext cx="2225400" cy="1105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27">
            <a:extLst>
              <a:ext uri="{FF2B5EF4-FFF2-40B4-BE49-F238E27FC236}">
                <a16:creationId xmlns:a16="http://schemas.microsoft.com/office/drawing/2014/main" id="{AF3508EA-D6B2-4F5C-920E-EEAABF4A6887}"/>
              </a:ext>
            </a:extLst>
          </p:cNvPr>
          <p:cNvSpPr>
            <a:spLocks noGrp="1"/>
          </p:cNvSpPr>
          <p:nvPr>
            <p:ph type="subTitle" idx="7"/>
          </p:nvPr>
        </p:nvSpPr>
        <p:spPr>
          <a:xfrm>
            <a:off x="724376" y="1453000"/>
            <a:ext cx="2216700" cy="4116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37" name="Google Shape;237;p27">
            <a:extLst>
              <a:ext uri="{FF2B5EF4-FFF2-40B4-BE49-F238E27FC236}">
                <a16:creationId xmlns:a16="http://schemas.microsoft.com/office/drawing/2014/main" id="{5FF737E4-E734-425B-BDF9-9BCE27AF162B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3463684" y="1453000"/>
            <a:ext cx="2216700" cy="4116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38" name="Google Shape;238;p27">
            <a:extLst>
              <a:ext uri="{FF2B5EF4-FFF2-40B4-BE49-F238E27FC236}">
                <a16:creationId xmlns:a16="http://schemas.microsoft.com/office/drawing/2014/main" id="{BA73B1B8-E357-4D7F-8BF6-EC97829A7032}"/>
              </a:ext>
            </a:extLst>
          </p:cNvPr>
          <p:cNvSpPr>
            <a:spLocks noGrp="1"/>
          </p:cNvSpPr>
          <p:nvPr>
            <p:ph type="subTitle" idx="9"/>
          </p:nvPr>
        </p:nvSpPr>
        <p:spPr>
          <a:xfrm>
            <a:off x="6202988" y="1453000"/>
            <a:ext cx="2216700" cy="4116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39" name="Google Shape;239;p27">
            <a:extLst>
              <a:ext uri="{FF2B5EF4-FFF2-40B4-BE49-F238E27FC236}">
                <a16:creationId xmlns:a16="http://schemas.microsoft.com/office/drawing/2014/main" id="{C0F491C6-AEC2-4747-B8BB-3D2DFB6591E1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724376" y="3103898"/>
            <a:ext cx="2216700" cy="4116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40" name="Google Shape;240;p27">
            <a:extLst>
              <a:ext uri="{FF2B5EF4-FFF2-40B4-BE49-F238E27FC236}">
                <a16:creationId xmlns:a16="http://schemas.microsoft.com/office/drawing/2014/main" id="{746F8DC6-C747-4AB0-B40E-837623BAAC44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3463684" y="3103898"/>
            <a:ext cx="2216700" cy="4116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41" name="Google Shape;241;p27">
            <a:extLst>
              <a:ext uri="{FF2B5EF4-FFF2-40B4-BE49-F238E27FC236}">
                <a16:creationId xmlns:a16="http://schemas.microsoft.com/office/drawing/2014/main" id="{F0721364-AFF6-4A77-A32D-B684B1FA7834}"/>
              </a:ext>
            </a:extLst>
          </p:cNvPr>
          <p:cNvSpPr>
            <a:spLocks noGrp="1"/>
          </p:cNvSpPr>
          <p:nvPr>
            <p:ph type="subTitle" idx="15"/>
          </p:nvPr>
        </p:nvSpPr>
        <p:spPr>
          <a:xfrm>
            <a:off x="6202988" y="3103898"/>
            <a:ext cx="2216700" cy="4116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oppins SemiBold"/>
              <a:buNone/>
              <a:defRPr sz="2000"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42" name="Google Shape;242;p27">
            <a:extLst>
              <a:ext uri="{FF2B5EF4-FFF2-40B4-BE49-F238E27FC236}">
                <a16:creationId xmlns:a16="http://schemas.microsoft.com/office/drawing/2014/main" id="{5FB520A4-61E5-44FA-AE74-9E1276EE0A50}"/>
              </a:ext>
            </a:extLst>
          </p:cNvPr>
          <p:cNvSpPr>
            <a:spLocks noGrp="1"/>
          </p:cNvSpPr>
          <p:nvPr/>
        </p:nvSpPr>
        <p:spPr>
          <a:xfrm>
            <a:off x="4325" y="5300"/>
            <a:ext cx="446400" cy="446400"/>
          </a:xfrm>
          <a:prstGeom prst="rect">
            <a:avLst/>
          </a:prstGeom>
          <a:noFill/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23" name="Google Shape;243;p27"/>
          <p:cNvCxnSpPr/>
          <p:nvPr/>
        </p:nvCxnSpPr>
        <p:spPr>
          <a:xfrm>
            <a:off x="395097" y="451099"/>
            <a:ext cx="88251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4" name="Google Shape;244;p27"/>
          <p:cNvCxnSpPr/>
          <p:nvPr/>
        </p:nvCxnSpPr>
        <p:spPr>
          <a:xfrm>
            <a:off x="450725" y="304700"/>
            <a:ext cx="0" cy="49368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8">
            <a:extLst>
              <a:ext uri="{FF2B5EF4-FFF2-40B4-BE49-F238E27FC236}">
                <a16:creationId xmlns:a16="http://schemas.microsoft.com/office/drawing/2014/main" id="{4A16C568-A994-4B53-BE40-C4D4B0BA3B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55400" y="726026"/>
            <a:ext cx="4696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5000">
                <a:solidFill>
                  <a:schemeClr val="accent1"/>
                </a:solidFill>
                <a:latin typeface="Poppins Light"/>
                <a:ea typeface="Poppins Light"/>
                <a:cs typeface="Poppins Light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247" name="Google Shape;247;p28">
            <a:extLst>
              <a:ext uri="{FF2B5EF4-FFF2-40B4-BE49-F238E27FC236}">
                <a16:creationId xmlns:a16="http://schemas.microsoft.com/office/drawing/2014/main" id="{C4BCC8FB-C653-4C99-8FB3-45C352C7D2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55400" y="1300676"/>
            <a:ext cx="4696800" cy="5988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8" name="Google Shape;248;p28">
            <a:extLst>
              <a:ext uri="{FF2B5EF4-FFF2-40B4-BE49-F238E27FC236}">
                <a16:creationId xmlns:a16="http://schemas.microsoft.com/office/drawing/2014/main" id="{50A267FC-A5FD-4B48-92D9-48003F867795}"/>
              </a:ext>
            </a:extLst>
          </p:cNvPr>
          <p:cNvSpPr>
            <a:spLocks noGrp="1"/>
          </p:cNvSpPr>
          <p:nvPr>
            <p:ph type="title" idx="2" hasCustomPrompt="1"/>
          </p:nvPr>
        </p:nvSpPr>
        <p:spPr>
          <a:xfrm>
            <a:off x="2555400" y="1925882"/>
            <a:ext cx="4696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5000">
                <a:solidFill>
                  <a:schemeClr val="accent1"/>
                </a:solidFill>
                <a:latin typeface="Poppins Light"/>
                <a:ea typeface="Poppins Light"/>
                <a:cs typeface="Poppins Light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249" name="Google Shape;249;p28">
            <a:extLst>
              <a:ext uri="{FF2B5EF4-FFF2-40B4-BE49-F238E27FC236}">
                <a16:creationId xmlns:a16="http://schemas.microsoft.com/office/drawing/2014/main" id="{09840261-C0FB-45AD-B9A4-0770722A22C5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2555400" y="2500532"/>
            <a:ext cx="4696800" cy="5988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0" name="Google Shape;250;p28">
            <a:extLst>
              <a:ext uri="{FF2B5EF4-FFF2-40B4-BE49-F238E27FC236}">
                <a16:creationId xmlns:a16="http://schemas.microsoft.com/office/drawing/2014/main" id="{E203CF0D-EAE6-4671-831C-798C9F6B0D93}"/>
              </a:ext>
            </a:extLst>
          </p:cNvPr>
          <p:cNvSpPr>
            <a:spLocks noGrp="1"/>
          </p:cNvSpPr>
          <p:nvPr>
            <p:ph type="title" idx="4" hasCustomPrompt="1"/>
          </p:nvPr>
        </p:nvSpPr>
        <p:spPr>
          <a:xfrm>
            <a:off x="2555400" y="3125738"/>
            <a:ext cx="4696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5000">
                <a:solidFill>
                  <a:schemeClr val="accent1"/>
                </a:solidFill>
                <a:latin typeface="Poppins Light"/>
                <a:ea typeface="Poppins Light"/>
                <a:cs typeface="Poppins Light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251" name="Google Shape;251;p28">
            <a:extLst>
              <a:ext uri="{FF2B5EF4-FFF2-40B4-BE49-F238E27FC236}">
                <a16:creationId xmlns:a16="http://schemas.microsoft.com/office/drawing/2014/main" id="{C90DF5E3-9FD8-475F-8AF6-A1BF7E162F1A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2555400" y="3700388"/>
            <a:ext cx="4696800" cy="5988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8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9">
            <a:extLst>
              <a:ext uri="{FF2B5EF4-FFF2-40B4-BE49-F238E27FC236}">
                <a16:creationId xmlns:a16="http://schemas.microsoft.com/office/drawing/2014/main" id="{D78A2D28-7D47-4312-9C36-BF98519765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7375" y="1947788"/>
            <a:ext cx="987600" cy="40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2500">
                <a:latin typeface="Poppins Light"/>
                <a:ea typeface="Poppins Light"/>
                <a:cs typeface="Poppins Light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254" name="Google Shape;254;p29">
            <a:extLst>
              <a:ext uri="{FF2B5EF4-FFF2-40B4-BE49-F238E27FC236}">
                <a16:creationId xmlns:a16="http://schemas.microsoft.com/office/drawing/2014/main" id="{171AA7B4-3EE9-4B31-8EF3-397FA35F95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73775" y="2101700"/>
            <a:ext cx="2173200" cy="750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55" name="Google Shape;255;p29">
            <a:extLst>
              <a:ext uri="{FF2B5EF4-FFF2-40B4-BE49-F238E27FC236}">
                <a16:creationId xmlns:a16="http://schemas.microsoft.com/office/drawing/2014/main" id="{6698616A-97FB-4222-81D5-C3EFCD86DB4F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2073775" y="1604675"/>
            <a:ext cx="2173200" cy="4554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56" name="Google Shape;256;p29">
            <a:extLst>
              <a:ext uri="{FF2B5EF4-FFF2-40B4-BE49-F238E27FC236}">
                <a16:creationId xmlns:a16="http://schemas.microsoft.com/office/drawing/2014/main" id="{9825BE1D-640B-4635-BA0B-E763C395BE80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57" name="Google Shape;257;p29">
            <a:extLst>
              <a:ext uri="{FF2B5EF4-FFF2-40B4-BE49-F238E27FC236}">
                <a16:creationId xmlns:a16="http://schemas.microsoft.com/office/drawing/2014/main" id="{4BA861CB-A497-4659-BC1E-2BF7CCEB4C34}"/>
              </a:ext>
            </a:extLst>
          </p:cNvPr>
          <p:cNvSpPr>
            <a:spLocks noGrp="1"/>
          </p:cNvSpPr>
          <p:nvPr>
            <p:ph type="title" idx="4" hasCustomPrompt="1"/>
          </p:nvPr>
        </p:nvSpPr>
        <p:spPr>
          <a:xfrm>
            <a:off x="817375" y="3547988"/>
            <a:ext cx="987600" cy="40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2500">
                <a:latin typeface="Poppins Light"/>
                <a:ea typeface="Poppins Light"/>
                <a:cs typeface="Poppins Light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258" name="Google Shape;258;p29">
            <a:extLst>
              <a:ext uri="{FF2B5EF4-FFF2-40B4-BE49-F238E27FC236}">
                <a16:creationId xmlns:a16="http://schemas.microsoft.com/office/drawing/2014/main" id="{B552002B-9467-4CE8-A890-1D54B7ACAB0F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2073775" y="3701900"/>
            <a:ext cx="2173200" cy="750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59" name="Google Shape;259;p29">
            <a:extLst>
              <a:ext uri="{FF2B5EF4-FFF2-40B4-BE49-F238E27FC236}">
                <a16:creationId xmlns:a16="http://schemas.microsoft.com/office/drawing/2014/main" id="{61457173-4A9E-466C-A61D-8BB62569728F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2073775" y="3204875"/>
            <a:ext cx="2173200" cy="4554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60" name="Google Shape;260;p29">
            <a:extLst>
              <a:ext uri="{FF2B5EF4-FFF2-40B4-BE49-F238E27FC236}">
                <a16:creationId xmlns:a16="http://schemas.microsoft.com/office/drawing/2014/main" id="{97843041-750C-4BAC-B6D6-E6AFA2A9424F}"/>
              </a:ext>
            </a:extLst>
          </p:cNvPr>
          <p:cNvSpPr>
            <a:spLocks noGrp="1"/>
          </p:cNvSpPr>
          <p:nvPr>
            <p:ph type="title" idx="7" hasCustomPrompt="1"/>
          </p:nvPr>
        </p:nvSpPr>
        <p:spPr>
          <a:xfrm>
            <a:off x="4855975" y="1947788"/>
            <a:ext cx="987600" cy="40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2500">
                <a:latin typeface="Poppins Light"/>
                <a:ea typeface="Poppins Light"/>
                <a:cs typeface="Poppins Light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261" name="Google Shape;261;p29">
            <a:extLst>
              <a:ext uri="{FF2B5EF4-FFF2-40B4-BE49-F238E27FC236}">
                <a16:creationId xmlns:a16="http://schemas.microsoft.com/office/drawing/2014/main" id="{16014D70-CDB7-4E0E-AA98-F87B299A83E4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6112375" y="2101700"/>
            <a:ext cx="2173200" cy="750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62" name="Google Shape;262;p29">
            <a:extLst>
              <a:ext uri="{FF2B5EF4-FFF2-40B4-BE49-F238E27FC236}">
                <a16:creationId xmlns:a16="http://schemas.microsoft.com/office/drawing/2014/main" id="{3CE96BDC-62EB-4D81-A53B-17BD54F23495}"/>
              </a:ext>
            </a:extLst>
          </p:cNvPr>
          <p:cNvSpPr>
            <a:spLocks noGrp="1"/>
          </p:cNvSpPr>
          <p:nvPr>
            <p:ph type="subTitle" idx="9"/>
          </p:nvPr>
        </p:nvSpPr>
        <p:spPr>
          <a:xfrm>
            <a:off x="6112375" y="1604675"/>
            <a:ext cx="2173200" cy="4554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63" name="Google Shape;263;p29">
            <a:extLst>
              <a:ext uri="{FF2B5EF4-FFF2-40B4-BE49-F238E27FC236}">
                <a16:creationId xmlns:a16="http://schemas.microsoft.com/office/drawing/2014/main" id="{39300B7B-ECE4-40DB-B423-0EDBAB11FA19}"/>
              </a:ext>
            </a:extLst>
          </p:cNvPr>
          <p:cNvSpPr>
            <a:spLocks noGrp="1"/>
          </p:cNvSpPr>
          <p:nvPr>
            <p:ph type="title" idx="13" hasCustomPrompt="1"/>
          </p:nvPr>
        </p:nvSpPr>
        <p:spPr>
          <a:xfrm>
            <a:off x="4855975" y="3547988"/>
            <a:ext cx="987600" cy="40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2500">
                <a:latin typeface="Poppins Light"/>
                <a:ea typeface="Poppins Light"/>
                <a:cs typeface="Poppins Light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264" name="Google Shape;264;p29">
            <a:extLst>
              <a:ext uri="{FF2B5EF4-FFF2-40B4-BE49-F238E27FC236}">
                <a16:creationId xmlns:a16="http://schemas.microsoft.com/office/drawing/2014/main" id="{C444D480-BA0B-4FB8-BFD0-FAB978CBF4C9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6112375" y="3701900"/>
            <a:ext cx="2173200" cy="750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65" name="Google Shape;265;p29">
            <a:extLst>
              <a:ext uri="{FF2B5EF4-FFF2-40B4-BE49-F238E27FC236}">
                <a16:creationId xmlns:a16="http://schemas.microsoft.com/office/drawing/2014/main" id="{9BAA34DE-5529-4B9A-A883-E71FBEC8195A}"/>
              </a:ext>
            </a:extLst>
          </p:cNvPr>
          <p:cNvSpPr>
            <a:spLocks noGrp="1"/>
          </p:cNvSpPr>
          <p:nvPr>
            <p:ph type="subTitle" idx="15"/>
          </p:nvPr>
        </p:nvSpPr>
        <p:spPr>
          <a:xfrm>
            <a:off x="6112375" y="3204875"/>
            <a:ext cx="2173200" cy="4554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66" name="Google Shape;266;p29">
            <a:extLst>
              <a:ext uri="{FF2B5EF4-FFF2-40B4-BE49-F238E27FC236}">
                <a16:creationId xmlns:a16="http://schemas.microsoft.com/office/drawing/2014/main" id="{30F644CC-644B-4E34-AB42-7BE08AE3CB2E}"/>
              </a:ext>
            </a:extLst>
          </p:cNvPr>
          <p:cNvSpPr>
            <a:spLocks noGrp="1"/>
          </p:cNvSpPr>
          <p:nvPr/>
        </p:nvSpPr>
        <p:spPr>
          <a:xfrm>
            <a:off x="4325" y="5300"/>
            <a:ext cx="446400" cy="446400"/>
          </a:xfrm>
          <a:prstGeom prst="rect">
            <a:avLst/>
          </a:prstGeom>
          <a:noFill/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47" name="Google Shape;267;p29"/>
          <p:cNvCxnSpPr/>
          <p:nvPr/>
        </p:nvCxnSpPr>
        <p:spPr>
          <a:xfrm>
            <a:off x="395097" y="451099"/>
            <a:ext cx="88251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8" name="Google Shape;268;p29"/>
          <p:cNvCxnSpPr/>
          <p:nvPr/>
        </p:nvCxnSpPr>
        <p:spPr>
          <a:xfrm>
            <a:off x="450725" y="304700"/>
            <a:ext cx="0" cy="49368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2">
  <p:cSld name="CUSTOM_8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0">
            <a:extLst>
              <a:ext uri="{FF2B5EF4-FFF2-40B4-BE49-F238E27FC236}">
                <a16:creationId xmlns:a16="http://schemas.microsoft.com/office/drawing/2014/main" id="{40C65637-CD41-4227-A5C0-081DD19289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54899" y="1773539"/>
            <a:ext cx="819300" cy="52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2300">
                <a:latin typeface="Poppins Light"/>
                <a:ea typeface="Poppins Light"/>
                <a:cs typeface="Poppins Light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271" name="Google Shape;271;p30">
            <a:extLst>
              <a:ext uri="{FF2B5EF4-FFF2-40B4-BE49-F238E27FC236}">
                <a16:creationId xmlns:a16="http://schemas.microsoft.com/office/drawing/2014/main" id="{E9EAB553-411E-417D-BEE2-B63B9C0550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2175" y="2083872"/>
            <a:ext cx="2173200" cy="750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72" name="Google Shape;272;p30">
            <a:extLst>
              <a:ext uri="{FF2B5EF4-FFF2-40B4-BE49-F238E27FC236}">
                <a16:creationId xmlns:a16="http://schemas.microsoft.com/office/drawing/2014/main" id="{099EAC0A-9769-4434-9C73-3241A9BF8F1B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702175" y="1586847"/>
            <a:ext cx="2173200" cy="4554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73" name="Google Shape;273;p30">
            <a:extLst>
              <a:ext uri="{FF2B5EF4-FFF2-40B4-BE49-F238E27FC236}">
                <a16:creationId xmlns:a16="http://schemas.microsoft.com/office/drawing/2014/main" id="{EA8DAB90-E2B4-468E-AB16-558A66384A54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30">
            <a:extLst>
              <a:ext uri="{FF2B5EF4-FFF2-40B4-BE49-F238E27FC236}">
                <a16:creationId xmlns:a16="http://schemas.microsoft.com/office/drawing/2014/main" id="{F3CB1825-19E0-4F29-BE34-F0C9CE287D9B}"/>
              </a:ext>
            </a:extLst>
          </p:cNvPr>
          <p:cNvSpPr>
            <a:spLocks noGrp="1"/>
          </p:cNvSpPr>
          <p:nvPr>
            <p:ph type="title" idx="4" hasCustomPrompt="1"/>
          </p:nvPr>
        </p:nvSpPr>
        <p:spPr>
          <a:xfrm>
            <a:off x="3408175" y="2786007"/>
            <a:ext cx="987600" cy="634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>
                <a:latin typeface="Poppins Light"/>
                <a:ea typeface="Poppins Light"/>
                <a:cs typeface="Poppins Light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275" name="Google Shape;275;p30">
            <a:extLst>
              <a:ext uri="{FF2B5EF4-FFF2-40B4-BE49-F238E27FC236}">
                <a16:creationId xmlns:a16="http://schemas.microsoft.com/office/drawing/2014/main" id="{6E6AF0D2-8079-4B31-9ED9-60FA06ECC8D2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702175" y="3473300"/>
            <a:ext cx="2173200" cy="750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76" name="Google Shape;276;p30">
            <a:extLst>
              <a:ext uri="{FF2B5EF4-FFF2-40B4-BE49-F238E27FC236}">
                <a16:creationId xmlns:a16="http://schemas.microsoft.com/office/drawing/2014/main" id="{60F48C0C-5CDC-4CF6-9D45-D64B441299E6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702175" y="2976275"/>
            <a:ext cx="2173200" cy="4554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77" name="Google Shape;277;p30">
            <a:extLst>
              <a:ext uri="{FF2B5EF4-FFF2-40B4-BE49-F238E27FC236}">
                <a16:creationId xmlns:a16="http://schemas.microsoft.com/office/drawing/2014/main" id="{FFC3EBA1-27D0-45AA-ACA6-3A97B9A2F623}"/>
              </a:ext>
            </a:extLst>
          </p:cNvPr>
          <p:cNvSpPr>
            <a:spLocks noGrp="1"/>
          </p:cNvSpPr>
          <p:nvPr>
            <p:ph type="title" idx="7" hasCustomPrompt="1"/>
          </p:nvPr>
        </p:nvSpPr>
        <p:spPr>
          <a:xfrm>
            <a:off x="4581900" y="1946075"/>
            <a:ext cx="1301700" cy="750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3600">
                <a:latin typeface="Poppins Light"/>
                <a:ea typeface="Poppins Light"/>
                <a:cs typeface="Poppins Light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278" name="Google Shape;278;p30">
            <a:extLst>
              <a:ext uri="{FF2B5EF4-FFF2-40B4-BE49-F238E27FC236}">
                <a16:creationId xmlns:a16="http://schemas.microsoft.com/office/drawing/2014/main" id="{9B53979B-26CB-4E3A-AE75-CC19C9015972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6112375" y="2083872"/>
            <a:ext cx="2173200" cy="750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79" name="Google Shape;279;p30">
            <a:extLst>
              <a:ext uri="{FF2B5EF4-FFF2-40B4-BE49-F238E27FC236}">
                <a16:creationId xmlns:a16="http://schemas.microsoft.com/office/drawing/2014/main" id="{28750909-BCAB-4EB8-9B7F-322CECC0C958}"/>
              </a:ext>
            </a:extLst>
          </p:cNvPr>
          <p:cNvSpPr>
            <a:spLocks noGrp="1"/>
          </p:cNvSpPr>
          <p:nvPr>
            <p:ph type="subTitle" idx="9"/>
          </p:nvPr>
        </p:nvSpPr>
        <p:spPr>
          <a:xfrm>
            <a:off x="6112375" y="1586847"/>
            <a:ext cx="2173200" cy="4554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280" name="Google Shape;280;p30">
            <a:extLst>
              <a:ext uri="{FF2B5EF4-FFF2-40B4-BE49-F238E27FC236}">
                <a16:creationId xmlns:a16="http://schemas.microsoft.com/office/drawing/2014/main" id="{7614728A-05D4-4B9A-B1BE-0E759A9FE4E9}"/>
              </a:ext>
            </a:extLst>
          </p:cNvPr>
          <p:cNvSpPr>
            <a:spLocks noGrp="1"/>
          </p:cNvSpPr>
          <p:nvPr>
            <p:ph type="title" idx="13" hasCustomPrompt="1"/>
          </p:nvPr>
        </p:nvSpPr>
        <p:spPr>
          <a:xfrm>
            <a:off x="4512375" y="3085350"/>
            <a:ext cx="572700" cy="40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1800">
                <a:latin typeface="Poppins Light"/>
                <a:ea typeface="Poppins Light"/>
                <a:cs typeface="Poppins Light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 Light"/>
              <a:buNone/>
              <a:defRPr sz="6000">
                <a:solidFill>
                  <a:schemeClr val="lt1"/>
                </a:solidFill>
                <a:latin typeface="Poppins Light"/>
                <a:ea typeface="Poppins Light"/>
                <a:cs typeface="Poppins Light"/>
              </a:defRPr>
            </a:lvl9pPr>
          </a:lstStyle>
          <a:p>
            <a:r>
              <a:t>xx%</a:t>
            </a:r>
          </a:p>
        </p:txBody>
      </p:sp>
      <p:sp>
        <p:nvSpPr>
          <p:cNvPr id="281" name="Google Shape;281;p30">
            <a:extLst>
              <a:ext uri="{FF2B5EF4-FFF2-40B4-BE49-F238E27FC236}">
                <a16:creationId xmlns:a16="http://schemas.microsoft.com/office/drawing/2014/main" id="{6CE49824-A6CC-40A2-B528-342F015A5E0C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6112375" y="3473300"/>
            <a:ext cx="2173200" cy="750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82" name="Google Shape;282;p30">
            <a:extLst>
              <a:ext uri="{FF2B5EF4-FFF2-40B4-BE49-F238E27FC236}">
                <a16:creationId xmlns:a16="http://schemas.microsoft.com/office/drawing/2014/main" id="{98C527BA-B5AF-4F5A-9DFC-E63667B42DA5}"/>
              </a:ext>
            </a:extLst>
          </p:cNvPr>
          <p:cNvSpPr>
            <a:spLocks noGrp="1"/>
          </p:cNvSpPr>
          <p:nvPr>
            <p:ph type="subTitle" idx="15"/>
          </p:nvPr>
        </p:nvSpPr>
        <p:spPr>
          <a:xfrm>
            <a:off x="6112375" y="2976275"/>
            <a:ext cx="2173200" cy="455400"/>
          </a:xfrm>
          <a:prstGeom prst="rect">
            <a:avLst/>
          </a:prstGeom>
          <a:ln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 SemiBold"/>
              <a:buNone/>
              <a:defRPr sz="24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cxnSp>
        <p:nvCxnSpPr>
          <p:cNvPr id="379" name="Google Shape;283;p30"/>
          <p:cNvCxnSpPr/>
          <p:nvPr/>
        </p:nvCxnSpPr>
        <p:spPr>
          <a:xfrm rot="10800000">
            <a:off x="-97425" y="4570799"/>
            <a:ext cx="94557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0" name="Google Shape;285;p30"/>
          <p:cNvCxnSpPr/>
          <p:nvPr/>
        </p:nvCxnSpPr>
        <p:spPr>
          <a:xfrm>
            <a:off x="555273" y="4579792"/>
            <a:ext cx="0" cy="1118886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1" name="Google Shape;286;p30"/>
          <p:cNvCxnSpPr/>
          <p:nvPr/>
        </p:nvCxnSpPr>
        <p:spPr>
          <a:xfrm flipH="1">
            <a:off x="159724" y="4743649"/>
            <a:ext cx="791135" cy="791135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2" name="Google Shape;287;p30"/>
          <p:cNvCxnSpPr/>
          <p:nvPr/>
        </p:nvCxnSpPr>
        <p:spPr>
          <a:xfrm rot="10800000">
            <a:off x="159724" y="4743686"/>
            <a:ext cx="791135" cy="791135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3" name="Google Shape;288;p30"/>
          <p:cNvCxnSpPr/>
          <p:nvPr/>
        </p:nvCxnSpPr>
        <p:spPr>
          <a:xfrm>
            <a:off x="-4169" y="5139235"/>
            <a:ext cx="1118886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4" name="Google Shape;289;p30"/>
          <p:cNvCxnSpPr/>
          <p:nvPr/>
        </p:nvCxnSpPr>
        <p:spPr>
          <a:xfrm rot="10800000">
            <a:off x="1114539" y="4570811"/>
            <a:ext cx="0" cy="6003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1">
            <a:extLst>
              <a:ext uri="{FF2B5EF4-FFF2-40B4-BE49-F238E27FC236}">
                <a16:creationId xmlns:a16="http://schemas.microsoft.com/office/drawing/2014/main" id="{B47522D9-E520-42CC-95D0-0EA922B87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4351" y="501950"/>
            <a:ext cx="4739700" cy="1058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3000"/>
              <a:buNone/>
              <a:defRPr sz="8600"/>
            </a:lvl1pPr>
            <a:lvl2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92" name="Google Shape;292;p31">
            <a:extLst>
              <a:ext uri="{FF2B5EF4-FFF2-40B4-BE49-F238E27FC236}">
                <a16:creationId xmlns:a16="http://schemas.microsoft.com/office/drawing/2014/main" id="{061AE440-24A2-4034-9F14-7785C0D74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4350" y="1914300"/>
            <a:ext cx="4739700" cy="10587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31">
            <a:extLst>
              <a:ext uri="{FF2B5EF4-FFF2-40B4-BE49-F238E27FC236}">
                <a16:creationId xmlns:a16="http://schemas.microsoft.com/office/drawing/2014/main" id="{2DC6504D-2662-4569-8CB6-2D1330C5E2A8}"/>
              </a:ext>
            </a:extLst>
          </p:cNvPr>
          <p:cNvSpPr>
            <a:spLocks noGrp="1"/>
          </p:cNvSpPr>
          <p:nvPr/>
        </p:nvSpPr>
        <p:spPr>
          <a:xfrm>
            <a:off x="898650" y="3611950"/>
            <a:ext cx="47175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r">
              <a:spcBef>
                <a:spcPts val="30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Poppins"/>
                <a:ea typeface="Poppins"/>
                <a:cs typeface="Poppins"/>
              </a:rPr>
              <a:t>CREDITS: This presentation template was created by Slidesgo, and includes icons by Flaticon, and infographics &amp; images by Freepik 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1" name="Google Shape;295;p32"/>
          <p:cNvCxnSpPr/>
          <p:nvPr/>
        </p:nvCxnSpPr>
        <p:spPr>
          <a:xfrm rot="10800000">
            <a:off x="8430775" y="-89100"/>
            <a:ext cx="0" cy="53217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2" name="Google Shape;297;p32"/>
          <p:cNvCxnSpPr/>
          <p:nvPr/>
        </p:nvCxnSpPr>
        <p:spPr>
          <a:xfrm flipH="1">
            <a:off x="8220909" y="4437153"/>
            <a:ext cx="0" cy="706351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3" name="Google Shape;298;p32"/>
          <p:cNvCxnSpPr/>
          <p:nvPr/>
        </p:nvCxnSpPr>
        <p:spPr>
          <a:xfrm>
            <a:off x="8470619" y="4540596"/>
            <a:ext cx="499442" cy="499442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4" name="Google Shape;299;p32"/>
          <p:cNvCxnSpPr/>
          <p:nvPr/>
        </p:nvCxnSpPr>
        <p:spPr>
          <a:xfrm rot="10800000" flipH="1">
            <a:off x="8470619" y="4540619"/>
            <a:ext cx="499442" cy="499442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5" name="Google Shape;300;p32"/>
          <p:cNvCxnSpPr/>
          <p:nvPr/>
        </p:nvCxnSpPr>
        <p:spPr>
          <a:xfrm flipH="1">
            <a:off x="8574084" y="4790329"/>
            <a:ext cx="706351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6" name="Google Shape;301;p32"/>
          <p:cNvCxnSpPr/>
          <p:nvPr/>
        </p:nvCxnSpPr>
        <p:spPr>
          <a:xfrm>
            <a:off x="8437550" y="4437150"/>
            <a:ext cx="8022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7" name="Google Shape;302;p32"/>
          <p:cNvCxnSpPr/>
          <p:nvPr/>
        </p:nvCxnSpPr>
        <p:spPr>
          <a:xfrm>
            <a:off x="-90800" y="528700"/>
            <a:ext cx="93306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5" name="Google Shape;304;p33"/>
          <p:cNvCxnSpPr/>
          <p:nvPr/>
        </p:nvCxnSpPr>
        <p:spPr>
          <a:xfrm>
            <a:off x="-98000" y="580900"/>
            <a:ext cx="93420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56" name="Google Shape;305;p33"/>
          <p:cNvCxnSpPr/>
          <p:nvPr/>
        </p:nvCxnSpPr>
        <p:spPr>
          <a:xfrm>
            <a:off x="681675" y="-178200"/>
            <a:ext cx="0" cy="53217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57" name="Google Shape;306;p33"/>
          <p:cNvCxnSpPr/>
          <p:nvPr/>
        </p:nvCxnSpPr>
        <p:spPr>
          <a:xfrm>
            <a:off x="-99000" y="4566400"/>
            <a:ext cx="93420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58" name="Google Shape;307;p33"/>
          <p:cNvCxnSpPr/>
          <p:nvPr/>
        </p:nvCxnSpPr>
        <p:spPr>
          <a:xfrm rot="10800000">
            <a:off x="9144000" y="-266475"/>
            <a:ext cx="0" cy="53217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59" name="Google Shape;309;p33"/>
          <p:cNvCxnSpPr/>
          <p:nvPr/>
        </p:nvCxnSpPr>
        <p:spPr>
          <a:xfrm flipH="1">
            <a:off x="7182329" y="3789406"/>
            <a:ext cx="0" cy="1553971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0" name="Google Shape;310;p33"/>
          <p:cNvCxnSpPr/>
          <p:nvPr/>
        </p:nvCxnSpPr>
        <p:spPr>
          <a:xfrm>
            <a:off x="7731690" y="4016980"/>
            <a:ext cx="1098773" cy="1098773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1" name="Google Shape;311;p33"/>
          <p:cNvCxnSpPr/>
          <p:nvPr/>
        </p:nvCxnSpPr>
        <p:spPr>
          <a:xfrm rot="10800000" flipH="1">
            <a:off x="7731690" y="4017030"/>
            <a:ext cx="1098773" cy="1098773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2" name="Google Shape;312;p33"/>
          <p:cNvCxnSpPr/>
          <p:nvPr/>
        </p:nvCxnSpPr>
        <p:spPr>
          <a:xfrm flipH="1">
            <a:off x="7959313" y="4566391"/>
            <a:ext cx="1553971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3" name="Google Shape;313;p33"/>
          <p:cNvCxnSpPr/>
          <p:nvPr/>
        </p:nvCxnSpPr>
        <p:spPr>
          <a:xfrm>
            <a:off x="8436113" y="0"/>
            <a:ext cx="0" cy="532170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4" name="Google Shape;314;p33"/>
          <p:cNvCxnSpPr/>
          <p:nvPr/>
        </p:nvCxnSpPr>
        <p:spPr>
          <a:xfrm>
            <a:off x="-348112" y="1545076"/>
            <a:ext cx="1016400" cy="0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6">
            <a:extLst>
              <a:ext uri="{FF2B5EF4-FFF2-40B4-BE49-F238E27FC236}">
                <a16:creationId xmlns:a16="http://schemas.microsoft.com/office/drawing/2014/main" id="{4D9A8ADC-0955-4759-BF81-A1FD84E08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775" y="510900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F2E6B0B1-C624-48B2-8862-58905CAF5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5974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 SemiBold"/>
              <a:buNone/>
              <a:defRPr sz="30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 SemiBold"/>
              <a:buNone/>
              <a:defRPr sz="35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 SemiBold"/>
              <a:buNone/>
              <a:defRPr sz="35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 SemiBold"/>
              <a:buNone/>
              <a:defRPr sz="35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 SemiBold"/>
              <a:buNone/>
              <a:defRPr sz="35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 SemiBold"/>
              <a:buNone/>
              <a:defRPr sz="35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 SemiBold"/>
              <a:buNone/>
              <a:defRPr sz="35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 SemiBold"/>
              <a:buNone/>
              <a:defRPr sz="35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 SemiBold"/>
              <a:buNone/>
              <a:defRPr sz="350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C52ED133-05BB-4181-A07D-1AF1F98420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L="4572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</a:defRPr>
            </a:lvl1pPr>
            <a:lvl2pPr marL="9144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</a:defRPr>
            </a:lvl2pPr>
            <a:lvl3pPr marL="13716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</a:defRPr>
            </a:lvl3pPr>
            <a:lvl4pPr marL="18288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</a:defRPr>
            </a:lvl4pPr>
            <a:lvl5pPr marL="22860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</a:defRPr>
            </a:lvl5pPr>
            <a:lvl6pPr marL="27432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</a:defRPr>
            </a:lvl6pPr>
            <a:lvl7pPr marL="32004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</a:defRPr>
            </a:lvl7pPr>
            <a:lvl8pPr marL="36576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</a:defRPr>
            </a:lvl8pPr>
            <a:lvl9pPr marL="41148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</p:sldLayoutIdLst>
  <p:hf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4">
            <a:extLst>
              <a:ext uri="{FF2B5EF4-FFF2-40B4-BE49-F238E27FC236}">
                <a16:creationId xmlns:a16="http://schemas.microsoft.com/office/drawing/2014/main" id="{A119C007-37CF-4A2C-BBAF-81C28511D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317" name="Google Shape;317;p34">
            <a:extLst>
              <a:ext uri="{FF2B5EF4-FFF2-40B4-BE49-F238E27FC236}">
                <a16:creationId xmlns:a16="http://schemas.microsoft.com/office/drawing/2014/main" id="{EBE74931-3D55-42BC-929B-195156B28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L="4572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1pPr>
            <a:lvl2pPr marL="9144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2pPr>
            <a:lvl3pPr marL="13716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3pPr>
            <a:lvl4pPr marL="18288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4pPr>
            <a:lvl5pPr marL="22860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5pPr>
            <a:lvl6pPr marL="27432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6pPr>
            <a:lvl7pPr marL="32004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7pPr>
            <a:lvl8pPr marL="36576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8pPr>
            <a:lvl9pPr marL="41148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2" r:id="rId1"/>
    <p:sldLayoutId id="2147483683" r:id="rId2"/>
  </p:sldLayoutIdLst>
  <p:hf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2">
            <a:extLst>
              <a:ext uri="{FF2B5EF4-FFF2-40B4-BE49-F238E27FC236}">
                <a16:creationId xmlns:a16="http://schemas.microsoft.com/office/drawing/2014/main" id="{B4CC01F8-7B02-4C98-9A21-754FAE441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40" tIns="91440" rIns="91440" bIns="9144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defRPr>
            </a:pPr>
            <a:r>
              <a:rPr sz="300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Purpose and proposed specification</a:t>
            </a:r>
            <a:endParaRPr/>
          </a:p>
        </p:txBody>
      </p:sp>
      <p:sp>
        <p:nvSpPr>
          <p:cNvPr id="396" name="Project">
            <a:extLst>
              <a:ext uri="{FF2B5EF4-FFF2-40B4-BE49-F238E27FC236}">
                <a16:creationId xmlns:a16="http://schemas.microsoft.com/office/drawing/2014/main" id="{322409EF-A52C-48B4-9AEB-950D38D0D9F4}"/>
              </a:ext>
            </a:extLst>
          </p:cNvPr>
          <p:cNvSpPr>
            <a:spLocks noGrp="1"/>
          </p:cNvSpPr>
          <p:nvPr/>
        </p:nvSpPr>
        <p:spPr>
          <a:xfrm>
            <a:off x="809625" y="1371600"/>
            <a:ext cx="309562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>
                <a:solidFill>
                  <a:srgbClr val="EFEFEF"/>
                </a:solidFill>
                <a:latin typeface="Poppins SemiBold"/>
                <a:ea typeface="Poppins SemiBold"/>
                <a:cs typeface="Poppins SemiBold"/>
              </a:defRPr>
            </a:pPr>
            <a:r>
              <a:rPr sz="1875">
                <a:solidFill>
                  <a:srgbClr val="EFEFEF"/>
                </a:solidFill>
                <a:latin typeface="Poppins SemiBold"/>
                <a:ea typeface="Poppins SemiBold"/>
                <a:cs typeface="Poppins SemiBold"/>
              </a:rPr>
              <a:t>28-bit RSA encryptor</a:t>
            </a:r>
          </a:p>
        </p:txBody>
      </p:sp>
      <p:sp>
        <p:nvSpPr>
          <p:cNvPr id="397" name="Function">
            <a:extLst>
              <a:ext uri="{FF2B5EF4-FFF2-40B4-BE49-F238E27FC236}">
                <a16:creationId xmlns:a16="http://schemas.microsoft.com/office/drawing/2014/main" id="{69B048AC-0F87-4720-BAE1-54337A7E2395}"/>
              </a:ext>
            </a:extLst>
          </p:cNvPr>
          <p:cNvSpPr>
            <a:spLocks noGrp="1"/>
          </p:cNvSpPr>
          <p:nvPr/>
        </p:nvSpPr>
        <p:spPr>
          <a:xfrm>
            <a:off x="809625" y="1790700"/>
            <a:ext cx="309562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325">
                <a:solidFill>
                  <a:srgbClr val="EFEFEF"/>
                </a:solidFill>
                <a:latin typeface="Poppins"/>
                <a:ea typeface="Poppins"/>
                <a:cs typeface="Poppins"/>
              </a:defRPr>
            </a:pPr>
            <a:endParaRPr sz="2325" dirty="0">
              <a:solidFill>
                <a:srgbClr val="EFEFEF"/>
              </a:solidFill>
              <a:latin typeface="Poppins"/>
              <a:ea typeface="Poppins"/>
              <a:cs typeface="Poppins"/>
            </a:endParaRPr>
          </a:p>
        </p:txBody>
      </p:sp>
      <p:sp>
        <p:nvSpPr>
          <p:cNvPr id="398" name="Purpose">
            <a:extLst>
              <a:ext uri="{FF2B5EF4-FFF2-40B4-BE49-F238E27FC236}">
                <a16:creationId xmlns:a16="http://schemas.microsoft.com/office/drawing/2014/main" id="{9CFA1372-33CE-4145-8375-9B410B2ED9A7}"/>
              </a:ext>
            </a:extLst>
          </p:cNvPr>
          <p:cNvSpPr>
            <a:spLocks noGrp="1"/>
          </p:cNvSpPr>
          <p:nvPr/>
        </p:nvSpPr>
        <p:spPr>
          <a:xfrm>
            <a:off x="809625" y="2381250"/>
            <a:ext cx="300037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500">
                <a:solidFill>
                  <a:srgbClr val="EFEFEF"/>
                </a:solidFill>
                <a:latin typeface="Poppins"/>
                <a:ea typeface="Poppins"/>
                <a:cs typeface="Poppins"/>
              </a:defRPr>
            </a:pPr>
            <a:r>
              <a:rPr sz="1500" dirty="0">
                <a:solidFill>
                  <a:srgbClr val="EFEFEF"/>
                </a:solidFill>
                <a:latin typeface="Poppins"/>
                <a:ea typeface="Poppins"/>
                <a:cs typeface="Poppins"/>
              </a:rPr>
              <a:t>Build an RSA accelerator.</a:t>
            </a:r>
          </a:p>
          <a:p>
            <a:pPr>
              <a:buNone/>
              <a:defRPr sz="1500">
                <a:solidFill>
                  <a:srgbClr val="EFEFEF"/>
                </a:solidFill>
                <a:latin typeface="Poppins"/>
                <a:ea typeface="Poppins"/>
                <a:cs typeface="Poppins"/>
              </a:defRPr>
            </a:pPr>
            <a:r>
              <a:rPr sz="1500" dirty="0">
                <a:solidFill>
                  <a:srgbClr val="EFEFEF"/>
                </a:solidFill>
                <a:latin typeface="Poppins"/>
                <a:ea typeface="Poppins"/>
                <a:cs typeface="Poppins"/>
              </a:rPr>
              <a:t>The STM32</a:t>
            </a:r>
            <a:r>
              <a:rPr lang="en-US" sz="1500" dirty="0">
                <a:solidFill>
                  <a:srgbClr val="EFEFEF"/>
                </a:solidFill>
                <a:latin typeface="Poppins"/>
                <a:ea typeface="Poppins"/>
                <a:cs typeface="Poppins"/>
              </a:rPr>
              <a:t>F401RE</a:t>
            </a:r>
            <a:r>
              <a:rPr sz="1500" dirty="0">
                <a:solidFill>
                  <a:srgbClr val="EFEFEF"/>
                </a:solidFill>
                <a:latin typeface="Poppins"/>
                <a:ea typeface="Poppins"/>
                <a:cs typeface="Poppins"/>
              </a:rPr>
              <a:t> prepares inputs</a:t>
            </a:r>
          </a:p>
          <a:p>
            <a:pPr>
              <a:buNone/>
              <a:defRPr sz="1500">
                <a:solidFill>
                  <a:srgbClr val="EFEFEF"/>
                </a:solidFill>
                <a:latin typeface="Poppins"/>
                <a:ea typeface="Poppins"/>
                <a:cs typeface="Poppins"/>
              </a:defRPr>
            </a:pPr>
            <a:r>
              <a:rPr sz="1500" dirty="0">
                <a:solidFill>
                  <a:srgbClr val="EFEFEF"/>
                </a:solidFill>
                <a:latin typeface="Poppins"/>
                <a:ea typeface="Poppins"/>
                <a:cs typeface="Poppins"/>
              </a:rPr>
              <a:t>and verifies the ciphertext.</a:t>
            </a:r>
          </a:p>
        </p:txBody>
      </p:sp>
      <p:sp>
        <p:nvSpPr>
          <p:cNvPr id="399" name="Demonstration scope">
            <a:extLst>
              <a:ext uri="{FF2B5EF4-FFF2-40B4-BE49-F238E27FC236}">
                <a16:creationId xmlns:a16="http://schemas.microsoft.com/office/drawing/2014/main" id="{B502553B-F85F-4190-B593-5A2DFFFB33FA}"/>
              </a:ext>
            </a:extLst>
          </p:cNvPr>
          <p:cNvSpPr>
            <a:spLocks noGrp="1"/>
          </p:cNvSpPr>
          <p:nvPr/>
        </p:nvSpPr>
        <p:spPr>
          <a:xfrm>
            <a:off x="809625" y="3409950"/>
            <a:ext cx="2905125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>
                <a:solidFill>
                  <a:srgbClr val="B7B7B7"/>
                </a:solidFill>
                <a:latin typeface="Poppins"/>
                <a:ea typeface="Poppins"/>
                <a:cs typeface="Poppins"/>
              </a:defRPr>
            </a:pPr>
            <a:r>
              <a:rPr sz="1350" dirty="0">
                <a:solidFill>
                  <a:srgbClr val="B7B7B7"/>
                </a:solidFill>
                <a:latin typeface="Poppins"/>
                <a:ea typeface="Poppins"/>
                <a:cs typeface="Poppins"/>
              </a:rPr>
              <a:t>Demonstration only.</a:t>
            </a:r>
          </a:p>
          <a:p>
            <a:pPr>
              <a:buNone/>
              <a:defRPr sz="1350">
                <a:solidFill>
                  <a:srgbClr val="B7B7B7"/>
                </a:solidFill>
                <a:latin typeface="Poppins"/>
                <a:ea typeface="Poppins"/>
                <a:cs typeface="Poppins"/>
              </a:defRPr>
            </a:pPr>
            <a:r>
              <a:rPr sz="1350" dirty="0">
                <a:solidFill>
                  <a:srgbClr val="B7B7B7"/>
                </a:solidFill>
                <a:latin typeface="Poppins"/>
                <a:ea typeface="Poppins"/>
                <a:cs typeface="Poppins"/>
              </a:rPr>
              <a:t>Not secure real-world encryption.</a:t>
            </a:r>
          </a:p>
        </p:txBody>
      </p:sp>
      <p:sp>
        <p:nvSpPr>
          <p:cNvPr id="400" name="Team">
            <a:extLst>
              <a:ext uri="{FF2B5EF4-FFF2-40B4-BE49-F238E27FC236}">
                <a16:creationId xmlns:a16="http://schemas.microsoft.com/office/drawing/2014/main" id="{7DD711DE-2A04-4A8F-AD59-19F13C4FF23F}"/>
              </a:ext>
            </a:extLst>
          </p:cNvPr>
          <p:cNvSpPr>
            <a:spLocks noGrp="1"/>
          </p:cNvSpPr>
          <p:nvPr/>
        </p:nvSpPr>
        <p:spPr>
          <a:xfrm>
            <a:off x="809625" y="43053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>
                <a:solidFill>
                  <a:srgbClr val="EFEFEF"/>
                </a:solidFill>
                <a:latin typeface="Poppins SemiBold"/>
                <a:ea typeface="Poppins SemiBold"/>
                <a:cs typeface="Poppins SemiBold"/>
              </a:defRPr>
            </a:pPr>
            <a:r>
              <a:rPr sz="1350">
                <a:solidFill>
                  <a:srgbClr val="EFEFEF"/>
                </a:solidFill>
                <a:latin typeface="Poppins SemiBold"/>
                <a:ea typeface="Poppins SemiBold"/>
                <a:cs typeface="Poppins SemiBold"/>
              </a:rPr>
              <a:t>Yaron Jing and Derek</a:t>
            </a:r>
          </a:p>
        </p:txBody>
      </p:sp>
      <p:graphicFrame>
        <p:nvGraphicFramePr>
          <p:cNvPr id="410" name="Table 409"/>
          <p:cNvGraphicFramePr/>
          <p:nvPr>
            <p:extLst>
              <p:ext uri="{D42A27DB-BD31-4B8C-83A1-F6EECF244321}">
                <p14:modId xmlns:p14="http://schemas.microsoft.com/office/powerpoint/2010/main" val="91919494"/>
              </p:ext>
            </p:extLst>
          </p:nvPr>
        </p:nvGraphicFramePr>
        <p:xfrm>
          <a:off x="4105275" y="1409700"/>
          <a:ext cx="4314825" cy="3171825"/>
        </p:xfrm>
        <a:graphic>
          <a:graphicData uri="http://schemas.openxmlformats.org/drawingml/2006/table">
            <a:tbl>
              <a:tblPr/>
              <a:tblGrid>
                <a:gridCol w="1114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</a:rPr>
                        <a:t>Algorithm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Square-and-multiply</a:t>
                      </a:r>
                    </a:p>
                    <a:p>
                      <a:r>
                        <a:rPr sz="127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One shared modular multiplier</a:t>
                      </a:r>
                      <a:r>
                        <a:rPr lang="en-US" sz="127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, RSA encryption protocol</a:t>
                      </a:r>
                      <a:endParaRPr sz="1275" dirty="0">
                        <a:solidFill>
                          <a:srgbClr val="EFEFEF"/>
                        </a:solidFill>
                        <a:latin typeface="Poppins"/>
                        <a:ea typeface="Poppins"/>
                        <a:cs typeface="Poppins"/>
                      </a:endParaRP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</a:rPr>
                        <a:t>Widths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N and c</a:t>
                      </a:r>
                      <a:r>
                        <a:rPr lang="en-US" sz="127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 (cipher text)</a:t>
                      </a:r>
                      <a:r>
                        <a:rPr sz="127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: 28 bits</a:t>
                      </a:r>
                    </a:p>
                    <a:p>
                      <a:r>
                        <a:rPr lang="en-US" sz="127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e </a:t>
                      </a:r>
                      <a:r>
                        <a:rPr sz="127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and m</a:t>
                      </a:r>
                      <a:r>
                        <a:rPr lang="en-US" sz="127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 (message)</a:t>
                      </a:r>
                      <a:r>
                        <a:rPr sz="127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: 14 bits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</a:rPr>
                        <a:t>Valid inputs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1 &lt; N &lt; 2^28</a:t>
                      </a:r>
                    </a:p>
                    <a:p>
                      <a:r>
                        <a:rPr sz="127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0 ≤ m &lt; min(N, 2^14)</a:t>
                      </a:r>
                    </a:p>
                    <a:p>
                      <a:r>
                        <a:rPr sz="127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0 ≤ e &lt; 2^14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</a:rPr>
                        <a:t>Edge case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e = 0 returns 1 mod N</a:t>
                      </a:r>
                    </a:p>
                    <a:p>
                      <a:r>
                        <a:rPr sz="1275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No invalid-input error pin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725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</a:rPr>
                        <a:t>Clock target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10 MHz, unvalidated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02" name="Verification">
            <a:extLst>
              <a:ext uri="{FF2B5EF4-FFF2-40B4-BE49-F238E27FC236}">
                <a16:creationId xmlns:a16="http://schemas.microsoft.com/office/drawing/2014/main" id="{9A64F9D1-DDCB-4DF0-B85C-82EB804016EE}"/>
              </a:ext>
            </a:extLst>
          </p:cNvPr>
          <p:cNvSpPr>
            <a:spLocks noGrp="1"/>
          </p:cNvSpPr>
          <p:nvPr/>
        </p:nvSpPr>
        <p:spPr>
          <a:xfrm>
            <a:off x="4105275" y="4572000"/>
            <a:ext cx="4286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125">
                <a:solidFill>
                  <a:srgbClr val="B7B7B7"/>
                </a:solidFill>
                <a:latin typeface="Poppins"/>
                <a:ea typeface="Poppins"/>
                <a:cs typeface="Poppins"/>
              </a:defRPr>
            </a:pPr>
            <a:r>
              <a:rPr sz="1125" dirty="0">
                <a:solidFill>
                  <a:srgbClr val="B7B7B7"/>
                </a:solidFill>
                <a:latin typeface="Poppins"/>
                <a:ea typeface="Poppins"/>
                <a:cs typeface="Poppins"/>
              </a:rPr>
              <a:t>Verification: compare against software, including e = 0</a:t>
            </a:r>
          </a:p>
        </p:txBody>
      </p:sp>
    </p:spTree>
    <p:extLst>
      <p:ext uri="{BB962C8B-B14F-4D97-AF65-F5344CB8AC3E}">
        <p14:creationId xmlns:p14="http://schemas.microsoft.com/office/powerpoint/2010/main" val="3359621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2">
            <a:extLst>
              <a:ext uri="{FF2B5EF4-FFF2-40B4-BE49-F238E27FC236}">
                <a16:creationId xmlns:a16="http://schemas.microsoft.com/office/drawing/2014/main" id="{B4CC01F8-7B02-4C98-9A21-754FAE441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435" y="466725"/>
            <a:ext cx="7704011" cy="457200"/>
          </a:xfrm>
          <a:prstGeom prst="rect">
            <a:avLst/>
          </a:prstGeom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defRPr>
            </a:pPr>
            <a:r>
              <a:rPr sz="3000" dirty="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I/O </a:t>
            </a:r>
            <a:r>
              <a:rPr lang="en-US" dirty="0">
                <a:solidFill>
                  <a:srgbClr val="FFFFFF"/>
                </a:solidFill>
              </a:rPr>
              <a:t>PINs</a:t>
            </a:r>
            <a:r>
              <a:rPr sz="3000" dirty="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 and system diagram</a:t>
            </a:r>
            <a:endParaRPr dirty="0"/>
          </a:p>
        </p:txBody>
      </p:sp>
      <p:pic>
        <p:nvPicPr>
          <p:cNvPr id="407" name="Picture 406"/>
          <p:cNvPicPr>
            <a:picLocks noChangeAspect="1"/>
          </p:cNvPicPr>
          <p:nvPr/>
        </p:nvPicPr>
        <p:blipFill>
          <a:blip r:embed="rId3"/>
          <a:srcRect l="1563" t="11914" r="2083" b="34180"/>
          <a:stretch/>
        </p:blipFill>
        <p:spPr>
          <a:xfrm>
            <a:off x="2035112" y="942975"/>
            <a:ext cx="5524500" cy="2062298"/>
          </a:xfrm>
          <a:prstGeom prst="rect">
            <a:avLst/>
          </a:prstGeom>
        </p:spPr>
      </p:pic>
      <p:pic>
        <p:nvPicPr>
          <p:cNvPr id="408" name="Picture 40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035112" y="3071948"/>
            <a:ext cx="5524500" cy="2046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62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2">
            <a:extLst>
              <a:ext uri="{FF2B5EF4-FFF2-40B4-BE49-F238E27FC236}">
                <a16:creationId xmlns:a16="http://schemas.microsoft.com/office/drawing/2014/main" id="{B4CC01F8-7B02-4C98-9A21-754FAE441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40" tIns="91440" rIns="91440" bIns="91440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defRPr>
            </a:pPr>
            <a:r>
              <a:rPr sz="300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Timeline and responsibilities</a:t>
            </a:r>
            <a:endParaRPr/>
          </a:p>
        </p:txBody>
      </p:sp>
      <p:graphicFrame>
        <p:nvGraphicFramePr>
          <p:cNvPr id="407" name="Table 406"/>
          <p:cNvGraphicFramePr/>
          <p:nvPr>
            <p:extLst>
              <p:ext uri="{D42A27DB-BD31-4B8C-83A1-F6EECF244321}">
                <p14:modId xmlns:p14="http://schemas.microsoft.com/office/powerpoint/2010/main" val="4128042881"/>
              </p:ext>
            </p:extLst>
          </p:nvPr>
        </p:nvGraphicFramePr>
        <p:xfrm>
          <a:off x="809625" y="1381125"/>
          <a:ext cx="5019675" cy="2809875"/>
        </p:xfrm>
        <a:graphic>
          <a:graphicData uri="http://schemas.openxmlformats.org/drawingml/2006/table">
            <a:tbl>
              <a:tblPr/>
              <a:tblGrid>
                <a:gridCol w="981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577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</a:rPr>
                        <a:t>Oct 1–7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Finalize widths, protocol and </a:t>
                      </a:r>
                      <a:r>
                        <a:rPr lang="en-US"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synchronization</a:t>
                      </a:r>
                      <a:r>
                        <a:rPr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 plan.</a:t>
                      </a:r>
                    </a:p>
                    <a:p>
                      <a:r>
                        <a:rPr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Build loader, registers and multiplier.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</a:rPr>
                        <a:t>Oct 8–14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Integrate controller and exponent logic.</a:t>
                      </a:r>
                    </a:p>
                    <a:p>
                      <a:r>
                        <a:rPr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Complete unit and end</a:t>
                      </a:r>
                      <a:r>
                        <a:rPr lang="en-US"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 </a:t>
                      </a:r>
                      <a:r>
                        <a:rPr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to</a:t>
                      </a:r>
                      <a:r>
                        <a:rPr lang="en-US"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 </a:t>
                      </a:r>
                      <a:r>
                        <a:rPr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end simulation.</a:t>
                      </a:r>
                      <a:r>
                        <a:rPr lang="en-US"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 </a:t>
                      </a:r>
                      <a:endParaRPr sz="1125" dirty="0">
                        <a:solidFill>
                          <a:srgbClr val="EFEFEF"/>
                        </a:solidFill>
                        <a:latin typeface="Poppins"/>
                        <a:ea typeface="Poppins"/>
                        <a:cs typeface="Poppins"/>
                      </a:endParaRP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</a:rPr>
                        <a:t>Oct 15–21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Synthesis and GF180 physical flow.</a:t>
                      </a:r>
                    </a:p>
                    <a:p>
                      <a:r>
                        <a:rPr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Check area/timing. Build STM32 demo.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</a:rPr>
                        <a:t>Oct 22–28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Test design on FPGA. </a:t>
                      </a:r>
                      <a:r>
                        <a:rPr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Resolve physical and verification failures.</a:t>
                      </a:r>
                      <a:r>
                        <a:rPr lang="en-US"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 </a:t>
                      </a:r>
                      <a:r>
                        <a:rPr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Finish documentation.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</a:rPr>
                        <a:t>Oct 29–30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D</a:t>
                      </a:r>
                      <a:r>
                        <a:rPr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esign review</a:t>
                      </a:r>
                    </a:p>
                    <a:p>
                      <a:r>
                        <a:rPr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and </a:t>
                      </a:r>
                      <a:r>
                        <a:rPr lang="en-US"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have </a:t>
                      </a:r>
                      <a:r>
                        <a:rPr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submission-package</a:t>
                      </a:r>
                      <a:r>
                        <a:rPr lang="en-US"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 ready to submit</a:t>
                      </a:r>
                      <a:r>
                        <a:rPr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.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</a:rPr>
                        <a:t>Oct 31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dirty="0">
                          <a:solidFill>
                            <a:srgbClr val="EFEFEF"/>
                          </a:solidFill>
                          <a:latin typeface="Poppins"/>
                          <a:ea typeface="Poppins"/>
                          <a:cs typeface="Poppins"/>
                        </a:rPr>
                        <a:t>Buffer for final corrections.</a:t>
                      </a:r>
                    </a:p>
                  </a:txBody>
                  <a:tcPr marL="76200" marR="76200" marT="57150" marB="47625" anchor="ctr">
                    <a:solidFill>
                      <a:srgbClr val="1313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97" name="Yaron label">
            <a:extLst>
              <a:ext uri="{FF2B5EF4-FFF2-40B4-BE49-F238E27FC236}">
                <a16:creationId xmlns:a16="http://schemas.microsoft.com/office/drawing/2014/main" id="{0ACD70DC-C34D-4EA6-9A5C-FBAF8ADB7AFC}"/>
              </a:ext>
            </a:extLst>
          </p:cNvPr>
          <p:cNvSpPr>
            <a:spLocks noGrp="1"/>
          </p:cNvSpPr>
          <p:nvPr/>
        </p:nvSpPr>
        <p:spPr>
          <a:xfrm>
            <a:off x="6143625" y="1381125"/>
            <a:ext cx="2190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575">
                <a:solidFill>
                  <a:srgbClr val="EFEFEF"/>
                </a:solidFill>
                <a:latin typeface="Poppins SemiBold"/>
                <a:ea typeface="Poppins SemiBold"/>
                <a:cs typeface="Poppins SemiBold"/>
              </a:defRPr>
            </a:pPr>
            <a:r>
              <a:rPr sz="1575">
                <a:solidFill>
                  <a:srgbClr val="EFEFEF"/>
                </a:solidFill>
                <a:latin typeface="Poppins SemiBold"/>
                <a:ea typeface="Poppins SemiBold"/>
                <a:cs typeface="Poppins SemiBold"/>
              </a:rPr>
              <a:t>Yaron Jing</a:t>
            </a:r>
          </a:p>
        </p:txBody>
      </p:sp>
      <p:sp>
        <p:nvSpPr>
          <p:cNvPr id="398" name="Yaron tasks">
            <a:extLst>
              <a:ext uri="{FF2B5EF4-FFF2-40B4-BE49-F238E27FC236}">
                <a16:creationId xmlns:a16="http://schemas.microsoft.com/office/drawing/2014/main" id="{C1713C58-FA9A-41F5-BF4E-797711491DA7}"/>
              </a:ext>
            </a:extLst>
          </p:cNvPr>
          <p:cNvSpPr>
            <a:spLocks noGrp="1"/>
          </p:cNvSpPr>
          <p:nvPr/>
        </p:nvSpPr>
        <p:spPr>
          <a:xfrm>
            <a:off x="6143625" y="1704975"/>
            <a:ext cx="2276475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200">
                <a:solidFill>
                  <a:srgbClr val="EFEFEF"/>
                </a:solidFill>
                <a:latin typeface="Poppins"/>
                <a:ea typeface="Poppins"/>
                <a:cs typeface="Poppins"/>
              </a:defRPr>
            </a:pPr>
            <a:r>
              <a:rPr sz="1200">
                <a:solidFill>
                  <a:srgbClr val="EFEFEF"/>
                </a:solidFill>
                <a:latin typeface="Poppins"/>
                <a:ea typeface="Poppins"/>
                <a:cs typeface="Poppins"/>
              </a:rPr>
              <a:t>Input loader, Tiny Tapeout</a:t>
            </a:r>
          </a:p>
          <a:p>
            <a:pPr>
              <a:buNone/>
              <a:defRPr sz="1200">
                <a:solidFill>
                  <a:srgbClr val="EFEFEF"/>
                </a:solidFill>
                <a:latin typeface="Poppins"/>
                <a:ea typeface="Poppins"/>
                <a:cs typeface="Poppins"/>
              </a:defRPr>
            </a:pPr>
            <a:r>
              <a:rPr sz="1200">
                <a:solidFill>
                  <a:srgbClr val="EFEFEF"/>
                </a:solidFill>
                <a:latin typeface="Poppins"/>
                <a:ea typeface="Poppins"/>
                <a:cs typeface="Poppins"/>
              </a:rPr>
              <a:t>wrapper/pins, STM32 firmware</a:t>
            </a:r>
          </a:p>
        </p:txBody>
      </p:sp>
      <p:sp>
        <p:nvSpPr>
          <p:cNvPr id="399" name="Derek label">
            <a:extLst>
              <a:ext uri="{FF2B5EF4-FFF2-40B4-BE49-F238E27FC236}">
                <a16:creationId xmlns:a16="http://schemas.microsoft.com/office/drawing/2014/main" id="{3B71457E-8146-4027-B203-0F1BEA16622A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227647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575">
                <a:solidFill>
                  <a:srgbClr val="EFEFEF"/>
                </a:solidFill>
                <a:latin typeface="Poppins SemiBold"/>
                <a:ea typeface="Poppins SemiBold"/>
                <a:cs typeface="Poppins SemiBold"/>
              </a:defRPr>
            </a:pPr>
            <a:r>
              <a:rPr sz="1575">
                <a:solidFill>
                  <a:srgbClr val="EFEFEF"/>
                </a:solidFill>
                <a:latin typeface="Poppins SemiBold"/>
                <a:ea typeface="Poppins SemiBold"/>
                <a:cs typeface="Poppins SemiBold"/>
              </a:rPr>
              <a:t>Derek</a:t>
            </a:r>
          </a:p>
        </p:txBody>
      </p:sp>
      <p:sp>
        <p:nvSpPr>
          <p:cNvPr id="400" name="Derek tasks">
            <a:extLst>
              <a:ext uri="{FF2B5EF4-FFF2-40B4-BE49-F238E27FC236}">
                <a16:creationId xmlns:a16="http://schemas.microsoft.com/office/drawing/2014/main" id="{D22C35E7-778A-4FD2-9EDA-D9C4E356DD28}"/>
              </a:ext>
            </a:extLst>
          </p:cNvPr>
          <p:cNvSpPr>
            <a:spLocks noGrp="1"/>
          </p:cNvSpPr>
          <p:nvPr/>
        </p:nvSpPr>
        <p:spPr>
          <a:xfrm>
            <a:off x="6143625" y="2667000"/>
            <a:ext cx="2276475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200">
                <a:solidFill>
                  <a:srgbClr val="EFEFEF"/>
                </a:solidFill>
                <a:latin typeface="Poppins"/>
                <a:ea typeface="Poppins"/>
                <a:cs typeface="Poppins"/>
              </a:defRPr>
            </a:pPr>
            <a:r>
              <a:rPr sz="1200">
                <a:solidFill>
                  <a:srgbClr val="EFEFEF"/>
                </a:solidFill>
                <a:latin typeface="Poppins"/>
                <a:ea typeface="Poppins"/>
                <a:cs typeface="Poppins"/>
              </a:rPr>
              <a:t>Modular multiplier,</a:t>
            </a:r>
          </a:p>
          <a:p>
            <a:pPr>
              <a:buNone/>
              <a:defRPr sz="1200">
                <a:solidFill>
                  <a:srgbClr val="EFEFEF"/>
                </a:solidFill>
                <a:latin typeface="Poppins"/>
                <a:ea typeface="Poppins"/>
                <a:cs typeface="Poppins"/>
              </a:defRPr>
            </a:pPr>
            <a:r>
              <a:rPr sz="1200">
                <a:solidFill>
                  <a:srgbClr val="EFEFEF"/>
                </a:solidFill>
                <a:latin typeface="Poppins"/>
                <a:ea typeface="Poppins"/>
                <a:cs typeface="Poppins"/>
              </a:rPr>
              <a:t>exponent block, controller</a:t>
            </a:r>
          </a:p>
        </p:txBody>
      </p:sp>
      <p:sp>
        <p:nvSpPr>
          <p:cNvPr id="401" name="Joint label">
            <a:extLst>
              <a:ext uri="{FF2B5EF4-FFF2-40B4-BE49-F238E27FC236}">
                <a16:creationId xmlns:a16="http://schemas.microsoft.com/office/drawing/2014/main" id="{0FA286CE-AC69-4A57-A9CC-D9AFCFA1C5B1}"/>
              </a:ext>
            </a:extLst>
          </p:cNvPr>
          <p:cNvSpPr>
            <a:spLocks noGrp="1"/>
          </p:cNvSpPr>
          <p:nvPr/>
        </p:nvSpPr>
        <p:spPr>
          <a:xfrm>
            <a:off x="6143625" y="3305175"/>
            <a:ext cx="227647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575">
                <a:solidFill>
                  <a:srgbClr val="EFEFEF"/>
                </a:solidFill>
                <a:latin typeface="Poppins SemiBold"/>
                <a:ea typeface="Poppins SemiBold"/>
                <a:cs typeface="Poppins SemiBold"/>
              </a:defRPr>
            </a:pPr>
            <a:r>
              <a:rPr sz="1575">
                <a:solidFill>
                  <a:srgbClr val="EFEFEF"/>
                </a:solidFill>
                <a:latin typeface="Poppins SemiBold"/>
                <a:ea typeface="Poppins SemiBold"/>
                <a:cs typeface="Poppins SemiBold"/>
              </a:rPr>
              <a:t>Both</a:t>
            </a:r>
          </a:p>
        </p:txBody>
      </p:sp>
      <p:sp>
        <p:nvSpPr>
          <p:cNvPr id="402" name="Joint tasks">
            <a:extLst>
              <a:ext uri="{FF2B5EF4-FFF2-40B4-BE49-F238E27FC236}">
                <a16:creationId xmlns:a16="http://schemas.microsoft.com/office/drawing/2014/main" id="{F20F813E-D7EF-4E5E-95D7-6DB048B3A07A}"/>
              </a:ext>
            </a:extLst>
          </p:cNvPr>
          <p:cNvSpPr>
            <a:spLocks noGrp="1"/>
          </p:cNvSpPr>
          <p:nvPr/>
        </p:nvSpPr>
        <p:spPr>
          <a:xfrm>
            <a:off x="6143625" y="3629025"/>
            <a:ext cx="2276475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125">
                <a:solidFill>
                  <a:srgbClr val="EFEFEF"/>
                </a:solidFill>
                <a:latin typeface="Poppins"/>
                <a:ea typeface="Poppins"/>
                <a:cs typeface="Poppins"/>
              </a:defRPr>
            </a:pPr>
            <a:r>
              <a:rPr sz="1125" dirty="0">
                <a:solidFill>
                  <a:srgbClr val="EFEFEF"/>
                </a:solidFill>
                <a:latin typeface="Poppins"/>
                <a:ea typeface="Poppins"/>
                <a:cs typeface="Poppins"/>
              </a:rPr>
              <a:t>Software comparison, chip–STM32</a:t>
            </a:r>
          </a:p>
          <a:p>
            <a:pPr>
              <a:buNone/>
              <a:defRPr sz="1125">
                <a:solidFill>
                  <a:srgbClr val="EFEFEF"/>
                </a:solidFill>
                <a:latin typeface="Poppins"/>
                <a:ea typeface="Poppins"/>
                <a:cs typeface="Poppins"/>
              </a:defRPr>
            </a:pPr>
            <a:r>
              <a:rPr sz="1125" dirty="0">
                <a:solidFill>
                  <a:srgbClr val="EFEFEF"/>
                </a:solidFill>
                <a:latin typeface="Poppins"/>
                <a:ea typeface="Poppins"/>
                <a:cs typeface="Poppins"/>
              </a:rPr>
              <a:t>integration and clock-speed</a:t>
            </a:r>
          </a:p>
          <a:p>
            <a:pPr>
              <a:buNone/>
              <a:defRPr sz="1125">
                <a:solidFill>
                  <a:srgbClr val="EFEFEF"/>
                </a:solidFill>
                <a:latin typeface="Poppins"/>
                <a:ea typeface="Poppins"/>
                <a:cs typeface="Poppins"/>
              </a:defRPr>
            </a:pPr>
            <a:r>
              <a:rPr sz="1125" dirty="0">
                <a:solidFill>
                  <a:srgbClr val="EFEFEF"/>
                </a:solidFill>
                <a:latin typeface="Poppins"/>
                <a:ea typeface="Poppins"/>
                <a:cs typeface="Poppins"/>
              </a:rPr>
              <a:t>tests, documentation</a:t>
            </a:r>
          </a:p>
        </p:txBody>
      </p:sp>
      <p:sp>
        <p:nvSpPr>
          <p:cNvPr id="403" name="Schedule scope">
            <a:extLst>
              <a:ext uri="{FF2B5EF4-FFF2-40B4-BE49-F238E27FC236}">
                <a16:creationId xmlns:a16="http://schemas.microsoft.com/office/drawing/2014/main" id="{9D2D4D3C-AB1A-4019-BC0D-12A2E467AB7F}"/>
              </a:ext>
            </a:extLst>
          </p:cNvPr>
          <p:cNvSpPr>
            <a:spLocks noGrp="1"/>
          </p:cNvSpPr>
          <p:nvPr/>
        </p:nvSpPr>
        <p:spPr>
          <a:xfrm>
            <a:off x="809625" y="4419600"/>
            <a:ext cx="76104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050">
                <a:solidFill>
                  <a:srgbClr val="B7B7B7"/>
                </a:solidFill>
                <a:latin typeface="Poppins"/>
                <a:ea typeface="Poppins"/>
                <a:cs typeface="Poppins"/>
              </a:defRPr>
            </a:pPr>
            <a:endParaRPr sz="1050" dirty="0">
              <a:solidFill>
                <a:srgbClr val="B7B7B7"/>
              </a:solidFill>
              <a:latin typeface="Poppins"/>
              <a:ea typeface="Poppins"/>
              <a:cs typeface="Poppins"/>
            </a:endParaRPr>
          </a:p>
        </p:txBody>
      </p:sp>
      <p:sp>
        <p:nvSpPr>
          <p:cNvPr id="404" name="Credits">
            <a:extLst>
              <a:ext uri="{FF2B5EF4-FFF2-40B4-BE49-F238E27FC236}">
                <a16:creationId xmlns:a16="http://schemas.microsoft.com/office/drawing/2014/main" id="{FD47F1F4-D9AB-489A-B45C-F1D80E28C882}"/>
              </a:ext>
            </a:extLst>
          </p:cNvPr>
          <p:cNvSpPr>
            <a:spLocks noGrp="1"/>
          </p:cNvSpPr>
          <p:nvPr/>
        </p:nvSpPr>
        <p:spPr>
          <a:xfrm>
            <a:off x="809625" y="4819650"/>
            <a:ext cx="762000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825">
                <a:solidFill>
                  <a:srgbClr val="B7B7B7"/>
                </a:solidFill>
                <a:latin typeface="Poppins"/>
                <a:ea typeface="Poppins"/>
                <a:cs typeface="Poppins"/>
              </a:defRPr>
            </a:pPr>
            <a:r>
              <a:rPr sz="825">
                <a:solidFill>
                  <a:srgbClr val="B7B7B7"/>
                </a:solidFill>
                <a:latin typeface="Poppins"/>
                <a:ea typeface="Poppins"/>
                <a:cs typeface="Poppins"/>
              </a:rPr>
              <a:t>Template by Slidesgo. Icons by Flaticon. Infographics and images by Freepik.</a:t>
            </a:r>
          </a:p>
        </p:txBody>
      </p:sp>
    </p:spTree>
    <p:extLst>
      <p:ext uri="{BB962C8B-B14F-4D97-AF65-F5344CB8AC3E}">
        <p14:creationId xmlns:p14="http://schemas.microsoft.com/office/powerpoint/2010/main" val="335962156"/>
      </p:ext>
    </p:extLst>
  </p:cSld>
  <p:clrMapOvr>
    <a:masterClrMapping/>
  </p:clrMapOvr>
</p:sld>
</file>

<file path=ppt/theme/theme1.xml><?xml version="1.0" encoding="utf-8"?>
<a:theme xmlns:a="http://schemas.openxmlformats.org/drawingml/2006/main" name="Financial Assembly by Slidesgo">
  <a:themeElements>
    <a:clrScheme name="Simple Light">
      <a:dk1>
        <a:srgbClr val="FFFFFF"/>
      </a:dk1>
      <a:lt1>
        <a:srgbClr val="131313"/>
      </a:lt1>
      <a:dk2>
        <a:srgbClr val="666666"/>
      </a:dk2>
      <a:lt2>
        <a:srgbClr val="B7B7B7"/>
      </a:lt2>
      <a:accent1>
        <a:srgbClr val="EFEFE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Financial Assembly by Slidesgo">
  <a:themeElements>
    <a:clrScheme name="Simple Light">
      <a:dk1>
        <a:srgbClr val="FFFFFF"/>
      </a:dk1>
      <a:lt1>
        <a:srgbClr val="131313"/>
      </a:lt1>
      <a:dk2>
        <a:srgbClr val="666666"/>
      </a:dk2>
      <a:lt2>
        <a:srgbClr val="B7B7B7"/>
      </a:lt2>
      <a:accent1>
        <a:srgbClr val="EFEFE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258</Words>
  <Application>Microsoft Office PowerPoint</Application>
  <DocSecurity>0</DocSecurity>
  <PresentationFormat>On-screen Show (16:9)</PresentationFormat>
  <Paragraphs>53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Proxima Nova</vt:lpstr>
      <vt:lpstr>Poppins Light</vt:lpstr>
      <vt:lpstr>Poppins SemiBold</vt:lpstr>
      <vt:lpstr>Arial</vt:lpstr>
      <vt:lpstr>Poppins</vt:lpstr>
      <vt:lpstr>Nunito Light</vt:lpstr>
      <vt:lpstr>Financial Assembly by Slidesgo</vt:lpstr>
      <vt:lpstr>Slidesgo Final Pages</vt:lpstr>
      <vt:lpstr>Purpose and proposed specification</vt:lpstr>
      <vt:lpstr>I/O PINs and system diagram</vt:lpstr>
      <vt:lpstr>Timeline and responsibilities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Derek Feng</cp:lastModifiedBy>
  <cp:revision>1</cp:revision>
  <dcterms:created xsi:type="dcterms:W3CDTF">2026-10-01T17:04:44Z</dcterms:created>
  <dcterms:modified xsi:type="dcterms:W3CDTF">2026-10-01T21:21:47Z</dcterms:modified>
</cp:coreProperties>
</file>