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3645cf24364c50" /><Relationship Type="http://schemas.openxmlformats.org/officeDocument/2006/relationships/extended-properties" Target="/docProps/app.xml" Id="R895072fba78041d6" /><Relationship Type="http://schemas.openxmlformats.org/officeDocument/2006/relationships/officeDocument" Target="/ppt/presentation.xml" Id="Ra4a723b7c7924ed2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7e0c029997942a4"/>
    <p:sldMasterId xmlns:r="http://schemas.openxmlformats.org/officeDocument/2006/relationships" id="2147483681" r:id="R94f0b6013fdf4200"/>
  </p:sldMasterIdLst>
  <p:notesMasterIdLst>
    <p:notesMasterId xmlns:r="http://schemas.openxmlformats.org/officeDocument/2006/relationships" r:id="Ra035b67612414a85"/>
  </p:notesMasterIdLst>
  <p:sldIdLst>
    <p:sldId xmlns:r="http://schemas.openxmlformats.org/officeDocument/2006/relationships" id="256" r:id="R40bf95c83a944510"/>
    <p:sldId xmlns:r="http://schemas.openxmlformats.org/officeDocument/2006/relationships" id="257" r:id="R723894708649423e"/>
    <p:sldId xmlns:r="http://schemas.openxmlformats.org/officeDocument/2006/relationships" id="258" r:id="Ra38dfc9f5e2d4a44"/>
  </p:sldIdLst>
  <p:sldSz cx="9144000" cy="5143500"/>
  <p:notesSz cx="6858000" cy="9144000"/>
  <p:embeddedFontLst>
    <p:embeddedFont>
      <p:font typeface="Amatic SC"/>
      <p:regular xmlns:r="http://schemas.openxmlformats.org/officeDocument/2006/relationships" r:id="Ra555c95f19e84e2f"/>
      <p:bold xmlns:r="http://schemas.openxmlformats.org/officeDocument/2006/relationships" r:id="R019f6cce57534d71"/>
    </p:embeddedFont>
    <p:embeddedFont>
      <p:font typeface="Anaheim"/>
      <p:regular xmlns:r="http://schemas.openxmlformats.org/officeDocument/2006/relationships" r:id="Rdb9033e10fff4f69"/>
    </p:embeddedFont>
    <p:embeddedFont>
      <p:font typeface="Bebas Neue"/>
      <p:regular xmlns:r="http://schemas.openxmlformats.org/officeDocument/2006/relationships" r:id="R5009a43586af4d0a"/>
    </p:embeddedFont>
    <p:embeddedFont>
      <p:font typeface="DM Sans"/>
      <p:regular xmlns:r="http://schemas.openxmlformats.org/officeDocument/2006/relationships" r:id="R0864f132bdb54b81"/>
      <p:bold xmlns:r="http://schemas.openxmlformats.org/officeDocument/2006/relationships" r:id="R45af397925db4ba3"/>
      <p:italic xmlns:r="http://schemas.openxmlformats.org/officeDocument/2006/relationships" r:id="R7ea93f504b7b4a74"/>
      <p:boldItalic xmlns:r="http://schemas.openxmlformats.org/officeDocument/2006/relationships" r:id="R91cb723de98347ee"/>
    </p:embeddedFont>
    <p:embeddedFont>
      <p:font typeface="Lato"/>
      <p:regular xmlns:r="http://schemas.openxmlformats.org/officeDocument/2006/relationships" r:id="R99b60196070d4472"/>
      <p:bold xmlns:r="http://schemas.openxmlformats.org/officeDocument/2006/relationships" r:id="R1a8c9078362f41bd"/>
      <p:italic xmlns:r="http://schemas.openxmlformats.org/officeDocument/2006/relationships" r:id="R170bc6d2932b4f0e"/>
      <p:boldItalic xmlns:r="http://schemas.openxmlformats.org/officeDocument/2006/relationships" r:id="Re2f6e3e9bdf34b05"/>
    </p:embeddedFont>
    <p:embeddedFont>
      <p:font typeface="Nunito Light"/>
      <p:regular xmlns:r="http://schemas.openxmlformats.org/officeDocument/2006/relationships" r:id="R0f008146cb2f4d5a"/>
    </p:embeddedFont>
    <p:embeddedFont>
      <p:font typeface="Open Sans"/>
      <p:regular xmlns:r="http://schemas.openxmlformats.org/officeDocument/2006/relationships" r:id="R5ca2edd795714ab3"/>
      <p:bold xmlns:r="http://schemas.openxmlformats.org/officeDocument/2006/relationships" r:id="R329705731f2449b5"/>
      <p:italic xmlns:r="http://schemas.openxmlformats.org/officeDocument/2006/relationships" r:id="Rd33bab76d2aa491b"/>
      <p:boldItalic xmlns:r="http://schemas.openxmlformats.org/officeDocument/2006/relationships" r:id="Rcfd72ad5159c4ced"/>
    </p:embeddedFont>
    <p:embeddedFont>
      <p:font typeface="Poppins"/>
      <p:regular xmlns:r="http://schemas.openxmlformats.org/officeDocument/2006/relationships" r:id="Rfa282e112d3a4af7"/>
      <p:bold xmlns:r="http://schemas.openxmlformats.org/officeDocument/2006/relationships" r:id="Ra887629326554822"/>
      <p:italic xmlns:r="http://schemas.openxmlformats.org/officeDocument/2006/relationships" r:id="R5a27177cf4a14855"/>
      <p:boldItalic xmlns:r="http://schemas.openxmlformats.org/officeDocument/2006/relationships" r:id="R9e7e01c605474546"/>
    </p:embeddedFont>
    <p:embeddedFont>
      <p:font typeface="Poppins Light"/>
      <p:regular xmlns:r="http://schemas.openxmlformats.org/officeDocument/2006/relationships" r:id="Rf226cd10508142de"/>
      <p:bold xmlns:r="http://schemas.openxmlformats.org/officeDocument/2006/relationships" r:id="R9f8cdb847f3746d7"/>
      <p:italic xmlns:r="http://schemas.openxmlformats.org/officeDocument/2006/relationships" r:id="R4d676fbee5f64591"/>
      <p:boldItalic xmlns:r="http://schemas.openxmlformats.org/officeDocument/2006/relationships" r:id="R3371d9fadac24d17"/>
    </p:embeddedFont>
    <p:embeddedFont>
      <p:font typeface="Poppins Medium"/>
      <p:regular xmlns:r="http://schemas.openxmlformats.org/officeDocument/2006/relationships" r:id="R6e82f80c21e2401d"/>
      <p:bold xmlns:r="http://schemas.openxmlformats.org/officeDocument/2006/relationships" r:id="Rabc6ebb0cf394921"/>
      <p:italic xmlns:r="http://schemas.openxmlformats.org/officeDocument/2006/relationships" r:id="R870055c239334f76"/>
      <p:boldItalic xmlns:r="http://schemas.openxmlformats.org/officeDocument/2006/relationships" r:id="Rca5e9ca4c8db498d"/>
    </p:embeddedFont>
    <p:embeddedFont>
      <p:font typeface="Poppins SemiBold"/>
      <p:regular xmlns:r="http://schemas.openxmlformats.org/officeDocument/2006/relationships" r:id="Ra0f1e673fbe9442e"/>
      <p:bold xmlns:r="http://schemas.openxmlformats.org/officeDocument/2006/relationships" r:id="Rb172f31cc3e64931"/>
      <p:italic xmlns:r="http://schemas.openxmlformats.org/officeDocument/2006/relationships" r:id="Ra1ba09c2653147f5"/>
      <p:boldItalic xmlns:r="http://schemas.openxmlformats.org/officeDocument/2006/relationships" r:id="R12f55a27c0b0465e"/>
    </p:embeddedFont>
    <p:embeddedFont>
      <p:font typeface="Proxima Nova"/>
      <p:regular xmlns:r="http://schemas.openxmlformats.org/officeDocument/2006/relationships" r:id="Rfeec43e3891f45d6"/>
      <p:bold xmlns:r="http://schemas.openxmlformats.org/officeDocument/2006/relationships" r:id="R7481d2fd553240d0"/>
      <p:italic xmlns:r="http://schemas.openxmlformats.org/officeDocument/2006/relationships" r:id="Rc91575bb289549f9"/>
      <p:boldItalic xmlns:r="http://schemas.openxmlformats.org/officeDocument/2006/relationships" r:id="R7141af182e914646"/>
    </p:embeddedFont>
    <p:embeddedFont>
      <p:font typeface="Raleway"/>
      <p:regular xmlns:r="http://schemas.openxmlformats.org/officeDocument/2006/relationships" r:id="R072462950dce46ca"/>
      <p:bold xmlns:r="http://schemas.openxmlformats.org/officeDocument/2006/relationships" r:id="R064f84af58ec40dc"/>
      <p:italic xmlns:r="http://schemas.openxmlformats.org/officeDocument/2006/relationships" r:id="R8b6d6ad5139a4c8b"/>
      <p:boldItalic xmlns:r="http://schemas.openxmlformats.org/officeDocument/2006/relationships" r:id="Rcd52549ad360431c"/>
    </p:embeddedFont>
    <p:embeddedFont>
      <p:font typeface="Roboto Medium"/>
      <p:regular xmlns:r="http://schemas.openxmlformats.org/officeDocument/2006/relationships" r:id="R44cd8a82bbd541b7"/>
      <p:bold xmlns:r="http://schemas.openxmlformats.org/officeDocument/2006/relationships" r:id="Rec2564b1d56f4984"/>
      <p:italic xmlns:r="http://schemas.openxmlformats.org/officeDocument/2006/relationships" r:id="Rcccf243cbc084e57"/>
      <p:boldItalic xmlns:r="http://schemas.openxmlformats.org/officeDocument/2006/relationships" r:id="R12e1642ebb2c4ca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8C51694-9621-42F7-989D-B3613636226B}">
  <a:tblStyle styleId="{58C51694-9621-42F7-989D-B361363622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38E14C-6AD8-4919-95B1-E4324D4B16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1e46ae119406c" /><Relationship Type="http://schemas.openxmlformats.org/officeDocument/2006/relationships/slideMaster" Target="/ppt/slideMasters/slideMaster1.xml" Id="R07e0c029997942a4" /><Relationship Type="http://schemas.openxmlformats.org/officeDocument/2006/relationships/slideMaster" Target="/ppt/slideMasters/slideMaster2.xml" Id="R94f0b6013fdf4200" /><Relationship Type="http://schemas.openxmlformats.org/officeDocument/2006/relationships/notesMaster" Target="/ppt/notesMasters/notesMaster1.xml" Id="Ra035b67612414a85" /><Relationship Type="http://schemas.openxmlformats.org/officeDocument/2006/relationships/presProps" Target="/ppt/presProps.xml" Id="Rad6ff39c0264496e" /><Relationship Type="http://schemas.openxmlformats.org/officeDocument/2006/relationships/viewProps" Target="/ppt/viewProps.xml" Id="R7a0f5053b6f44185" /><Relationship Type="http://schemas.openxmlformats.org/officeDocument/2006/relationships/tableStyles" Target="/ppt/tableStyles.xml" Id="R9a34bc55244a4279" /><Relationship Type="http://schemas.openxmlformats.org/officeDocument/2006/relationships/font" Target="/ppt/fonts/font.dat" Id="Ra555c95f19e84e2f" /><Relationship Type="http://schemas.openxmlformats.org/officeDocument/2006/relationships/font" Target="/ppt/fonts/font2.dat" Id="R019f6cce57534d71" /><Relationship Type="http://schemas.openxmlformats.org/officeDocument/2006/relationships/font" Target="/ppt/fonts/font3.dat" Id="Rdb9033e10fff4f69" /><Relationship Type="http://schemas.openxmlformats.org/officeDocument/2006/relationships/font" Target="/ppt/fonts/font4.dat" Id="R5009a43586af4d0a" /><Relationship Type="http://schemas.openxmlformats.org/officeDocument/2006/relationships/font" Target="/ppt/fonts/font5.dat" Id="R0864f132bdb54b81" /><Relationship Type="http://schemas.openxmlformats.org/officeDocument/2006/relationships/font" Target="/ppt/fonts/font6.dat" Id="R45af397925db4ba3" /><Relationship Type="http://schemas.openxmlformats.org/officeDocument/2006/relationships/font" Target="/ppt/fonts/font7.dat" Id="R7ea93f504b7b4a74" /><Relationship Type="http://schemas.openxmlformats.org/officeDocument/2006/relationships/font" Target="/ppt/fonts/font8.dat" Id="R91cb723de98347ee" /><Relationship Type="http://schemas.openxmlformats.org/officeDocument/2006/relationships/font" Target="/ppt/fonts/font9.dat" Id="R99b60196070d4472" /><Relationship Type="http://schemas.openxmlformats.org/officeDocument/2006/relationships/font" Target="/ppt/fonts/font10.dat" Id="R1a8c9078362f41bd" /><Relationship Type="http://schemas.openxmlformats.org/officeDocument/2006/relationships/font" Target="/ppt/fonts/font11.dat" Id="R170bc6d2932b4f0e" /><Relationship Type="http://schemas.openxmlformats.org/officeDocument/2006/relationships/font" Target="/ppt/fonts/font12.dat" Id="Re2f6e3e9bdf34b05" /><Relationship Type="http://schemas.openxmlformats.org/officeDocument/2006/relationships/font" Target="/ppt/fonts/font13.dat" Id="R0f008146cb2f4d5a" /><Relationship Type="http://schemas.openxmlformats.org/officeDocument/2006/relationships/font" Target="/ppt/fonts/font14.dat" Id="R5ca2edd795714ab3" /><Relationship Type="http://schemas.openxmlformats.org/officeDocument/2006/relationships/font" Target="/ppt/fonts/font15.dat" Id="R329705731f2449b5" /><Relationship Type="http://schemas.openxmlformats.org/officeDocument/2006/relationships/font" Target="/ppt/fonts/font16.dat" Id="Rd33bab76d2aa491b" /><Relationship Type="http://schemas.openxmlformats.org/officeDocument/2006/relationships/font" Target="/ppt/fonts/font17.dat" Id="Rcfd72ad5159c4ced" /><Relationship Type="http://schemas.openxmlformats.org/officeDocument/2006/relationships/font" Target="/ppt/fonts/font18.dat" Id="Rfa282e112d3a4af7" /><Relationship Type="http://schemas.openxmlformats.org/officeDocument/2006/relationships/font" Target="/ppt/fonts/font19.dat" Id="Ra887629326554822" /><Relationship Type="http://schemas.openxmlformats.org/officeDocument/2006/relationships/font" Target="/ppt/fonts/font20.dat" Id="R5a27177cf4a14855" /><Relationship Type="http://schemas.openxmlformats.org/officeDocument/2006/relationships/font" Target="/ppt/fonts/font21.dat" Id="R9e7e01c605474546" /><Relationship Type="http://schemas.openxmlformats.org/officeDocument/2006/relationships/font" Target="/ppt/fonts/font22.dat" Id="Rf226cd10508142de" /><Relationship Type="http://schemas.openxmlformats.org/officeDocument/2006/relationships/font" Target="/ppt/fonts/font23.dat" Id="R9f8cdb847f3746d7" /><Relationship Type="http://schemas.openxmlformats.org/officeDocument/2006/relationships/font" Target="/ppt/fonts/font24.dat" Id="R4d676fbee5f64591" /><Relationship Type="http://schemas.openxmlformats.org/officeDocument/2006/relationships/font" Target="/ppt/fonts/font25.dat" Id="R3371d9fadac24d17" /><Relationship Type="http://schemas.openxmlformats.org/officeDocument/2006/relationships/font" Target="/ppt/fonts/font26.dat" Id="R6e82f80c21e2401d" /><Relationship Type="http://schemas.openxmlformats.org/officeDocument/2006/relationships/font" Target="/ppt/fonts/font27.dat" Id="Rabc6ebb0cf394921" /><Relationship Type="http://schemas.openxmlformats.org/officeDocument/2006/relationships/font" Target="/ppt/fonts/font28.dat" Id="R870055c239334f76" /><Relationship Type="http://schemas.openxmlformats.org/officeDocument/2006/relationships/font" Target="/ppt/fonts/font29.dat" Id="Rca5e9ca4c8db498d" /><Relationship Type="http://schemas.openxmlformats.org/officeDocument/2006/relationships/font" Target="/ppt/fonts/font30.dat" Id="Ra0f1e673fbe9442e" /><Relationship Type="http://schemas.openxmlformats.org/officeDocument/2006/relationships/font" Target="/ppt/fonts/font31.dat" Id="Rb172f31cc3e64931" /><Relationship Type="http://schemas.openxmlformats.org/officeDocument/2006/relationships/font" Target="/ppt/fonts/font32.dat" Id="Ra1ba09c2653147f5" /><Relationship Type="http://schemas.openxmlformats.org/officeDocument/2006/relationships/font" Target="/ppt/fonts/font33.dat" Id="R12f55a27c0b0465e" /><Relationship Type="http://schemas.openxmlformats.org/officeDocument/2006/relationships/font" Target="/ppt/fonts/font34.dat" Id="Rfeec43e3891f45d6" /><Relationship Type="http://schemas.openxmlformats.org/officeDocument/2006/relationships/font" Target="/ppt/fonts/font35.dat" Id="R7481d2fd553240d0" /><Relationship Type="http://schemas.openxmlformats.org/officeDocument/2006/relationships/font" Target="/ppt/fonts/font36.dat" Id="Rc91575bb289549f9" /><Relationship Type="http://schemas.openxmlformats.org/officeDocument/2006/relationships/font" Target="/ppt/fonts/font37.dat" Id="R7141af182e914646" /><Relationship Type="http://schemas.openxmlformats.org/officeDocument/2006/relationships/font" Target="/ppt/fonts/font38.dat" Id="R072462950dce46ca" /><Relationship Type="http://schemas.openxmlformats.org/officeDocument/2006/relationships/font" Target="/ppt/fonts/font39.dat" Id="R064f84af58ec40dc" /><Relationship Type="http://schemas.openxmlformats.org/officeDocument/2006/relationships/font" Target="/ppt/fonts/font40.dat" Id="R8b6d6ad5139a4c8b" /><Relationship Type="http://schemas.openxmlformats.org/officeDocument/2006/relationships/font" Target="/ppt/fonts/font41.dat" Id="Rcd52549ad360431c" /><Relationship Type="http://schemas.openxmlformats.org/officeDocument/2006/relationships/font" Target="/ppt/fonts/font42.dat" Id="R44cd8a82bbd541b7" /><Relationship Type="http://schemas.openxmlformats.org/officeDocument/2006/relationships/font" Target="/ppt/fonts/font43.dat" Id="Rec2564b1d56f4984" /><Relationship Type="http://schemas.openxmlformats.org/officeDocument/2006/relationships/font" Target="/ppt/fonts/font44.dat" Id="Rcccf243cbc084e57" /><Relationship Type="http://schemas.openxmlformats.org/officeDocument/2006/relationships/font" Target="/ppt/fonts/font45.dat" Id="R12e1642ebb2c4cac" /><Relationship Type="http://schemas.openxmlformats.org/officeDocument/2006/relationships/slide" Target="/ppt/slides/slide1.xml" Id="R40bf95c83a944510" /><Relationship Type="http://schemas.openxmlformats.org/officeDocument/2006/relationships/slide" Target="/ppt/slides/slide2.xml" Id="R723894708649423e" /><Relationship Type="http://schemas.openxmlformats.org/officeDocument/2006/relationships/slide" Target="/ppt/slides/slide3.xml" Id="Ra38dfc9f5e2d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ef8cf002765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inancial Assembly by Slidesgo">
  <a:themeElements>
    <a:clrScheme name="Simple Light">
      <a:dk1>
        <a:srgbClr val="FFFFFF"/>
      </a:dk1>
      <a:lt1>
        <a:srgbClr val="131313"/>
      </a:lt1>
      <a:dk2>
        <a:srgbClr val="666666"/>
      </a:dk2>
      <a:lt2>
        <a:srgbClr val="B7B7B7"/>
      </a:lt2>
      <a:accent1>
        <a:srgbClr val="EFEFE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766bbdb21740fc" /><Relationship Type="http://schemas.openxmlformats.org/officeDocument/2006/relationships/notesMaster" Target="/ppt/notesMasters/notesMaster1.xml" Id="R1403d5c9c6e14f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40148dfc694e47" /><Relationship Type="http://schemas.openxmlformats.org/officeDocument/2006/relationships/notesMaster" Target="/ppt/notesMasters/notesMaster1.xml" Id="R2d85f7c4f0f445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b5edb3d1794016" /><Relationship Type="http://schemas.openxmlformats.org/officeDocument/2006/relationships/notesMaster" Target="/ppt/notesMasters/notesMaster1.xml" Id="R7f950d4e6560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final RSA Encryptor Proposal, rsa_encryptor_proposal(2).md, supplied by the user. https://chatgpt.com/api/library/files/libfile_9c46f1f1fba88191a398699b58bfcd80/download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clock frequency is a target, not a measured or verified performance claim. Valid inputs are the proposed operating domain.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final RSA Encryptor Proposal, rsa_encryptor_proposal(2).md, supplied by the user. https://chatgpt.com/api/library/files/libfile_9c46f1f1fba88191a398699b58bfcd80/download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Diagram: user-approved rsa_transaction_pin_flow.png, version 2. https://chatgpt.com/api/library/files/libfile_1e21123226c48191a1cf1d06b6437ca5/download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original flow and signal lanes are shown. The input order and readback wiring from the lower portion are repeated as editable text. Eight loads: N[6:0], N[13:7], N[20:14], N[27:21], e[6:0], e[13:7], m[6:0], m[13:7]. Reset with LOAD and START low. After the eight loads, keep LOAD low, pulse START, and wait for DONE. After DONE, ui_in[0] selects page 0 or page 1. c = low_page | (high_page &lt;&lt; 14). Reset before the next transaction. RTL ena is internal design selection, not an MCU GPIO. Keep the design selected for each transaction. Sequence diagram, not cycle timing.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final RSA Encryptor Proposal, rsa_encryptor_proposal(2).md, supplied by the user. https://chatgpt.com/api/library/files/libfile_9c46f1f1fba88191a398699b58bfcd80/download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System diagram: rsa_compact_14.pdf, supplied by the user. https://chatgpt.com/api/library/files/libfile_fa74729a410081918c8cefc8c9d8cd93/download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diagram shows 28-bit modulus, datapath, and result buses, with 14-bit message and exponent inputs.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final RSA Encryptor Proposal, rsa_encryptor_proposal(2).md, supplied by the user. https://chatgpt.com/api/library/files/libfile_9c46f1f1fba88191a398699b58bfcd80/download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proposed October 2026 plan and work split, targeting a verified design and submission package before November. Fabricated hardware arrival is outside the schedule.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Template attribution: This presentation template was created by Slidesgo, and includes icons by Flaticon, and infographics &amp; images by Freepik. https://slidesgo.com/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c814b3bb24a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5f2c1dc2d46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32ec84e984d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9d888f51441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4a33b4df040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6146d329046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815f5c77d40e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27fcd996a4e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5589a11de462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f62aacb6143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422c6267e4e9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856ff3cf74c2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43af0e8dc443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3ee57d7654ba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225c4f4c14d3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1e55c9d9146e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c98adcb5e424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172989f304f5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4266f6e35445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91ae6b26a496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9bc9c841b47c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d1a2da703425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08b9b8ccf4f6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4138599974d7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dcf8176ef4a0a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e569fdb7d4f1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da1e7e1324f5f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e301ab35d4f4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6bd48863a4ef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065b2947c4916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b37708c2241c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d9a06d3584fd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bbf44d5b854208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f200b7cbf1485d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69C066D0-FACB-4323-BE18-CFDF8581A77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543875" y="1530100"/>
            <a:ext cx="4831800" cy="187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F53EC8F1-C202-4035-AEB5-0D03CB701F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43875" y="3563300"/>
            <a:ext cx="4831800" cy="47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A4B227DF-5DEC-47FE-91B6-F9554217A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4300" y="2643225"/>
            <a:ext cx="4550100" cy="156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2871CFFC-D217-4A38-B766-2016871E1B95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834300" y="839975"/>
            <a:ext cx="1848900" cy="142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10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BB653373-D3BD-4582-B4A7-7A37EDC15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Google Shape;16;p4">
            <a:extLst xmlns:a="http://schemas.openxmlformats.org/drawingml/2006/main">
              <a:ext uri="{FF2B5EF4-FFF2-40B4-BE49-F238E27FC236}">
                <a16:creationId xmlns:a16="http://schemas.microsoft.com/office/drawing/2014/main" id="{D73E8D34-D521-483A-8A86-C5B870E6B4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15752"/>
            <a:ext cx="77040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64" name="Google Shape;18;p4"/>
          <p:cNvCxnSpPr/>
          <p:nvPr/>
        </p:nvCxnSpPr>
        <p:spPr>
          <a:xfrm xmlns:a="http://schemas.openxmlformats.org/drawingml/2006/main" rot="10800000" flipH="0" flipV="0">
            <a:off x="708339" y="-94028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" name="Google Shape;20;p4"/>
          <p:cNvCxnSpPr/>
          <p:nvPr/>
        </p:nvCxnSpPr>
        <p:spPr>
          <a:xfrm xmlns:a="http://schemas.openxmlformats.org/drawingml/2006/main" rot="0" flipH="0" flipV="0">
            <a:off x="353283" y="4783793"/>
            <a:ext cx="0" cy="3515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1;p4"/>
          <p:cNvCxnSpPr/>
          <p:nvPr/>
        </p:nvCxnSpPr>
        <p:spPr>
          <a:xfrm xmlns:a="http://schemas.openxmlformats.org/drawingml/2006/main" rot="0" flipH="1" flipV="0">
            <a:off x="354317" y="4887235"/>
            <a:ext cx="248698" cy="248698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22;p4"/>
          <p:cNvCxnSpPr/>
          <p:nvPr/>
        </p:nvCxnSpPr>
        <p:spPr>
          <a:xfrm xmlns:a="http://schemas.openxmlformats.org/drawingml/2006/main" rot="10800000" flipH="0" flipV="0">
            <a:off x="103508" y="4887193"/>
            <a:ext cx="251382" cy="25138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23;p4"/>
          <p:cNvCxnSpPr/>
          <p:nvPr/>
        </p:nvCxnSpPr>
        <p:spPr>
          <a:xfrm xmlns:a="http://schemas.openxmlformats.org/drawingml/2006/main" rot="0" flipH="0" flipV="0">
            <a:off x="108" y="5136968"/>
            <a:ext cx="70635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24;p4"/>
          <p:cNvCxnSpPr/>
          <p:nvPr/>
        </p:nvCxnSpPr>
        <p:spPr>
          <a:xfrm xmlns:a="http://schemas.openxmlformats.org/drawingml/2006/main" rot="10800000" flipH="0" flipV="0">
            <a:off x="-95675" y="4786482"/>
            <a:ext cx="9420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5;p4"/>
          <p:cNvCxnSpPr/>
          <p:nvPr/>
        </p:nvCxnSpPr>
        <p:spPr>
          <a:xfrm xmlns:a="http://schemas.openxmlformats.org/drawingml/2006/main" rot="10800000" flipH="0" flipV="0">
            <a:off x="-95750" y="295172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F6F70450-F344-4A2A-805C-3325B59503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4625" y="597425"/>
            <a:ext cx="68193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AC4EC729-82E1-413E-8A66-1F594625A7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122182" y="3732610"/>
            <a:ext cx="24003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CF72AD01-5234-44FA-8C00-251BB2F0503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727993" y="3732610"/>
            <a:ext cx="24003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A81AA597-1752-4071-AF56-F5057E92EE9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122182" y="3277310"/>
            <a:ext cx="24003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7B60863B-B44C-4FC2-8803-E3140C081B6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727993" y="3277310"/>
            <a:ext cx="24003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0A1AA790-89F4-490E-880C-9A707DED08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AC20C015-0429-430B-9391-3D822FB0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" y="5300"/>
            <a:ext cx="446400" cy="44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6" name="Google Shape;35;p6"/>
          <p:cNvCxnSpPr/>
          <p:nvPr/>
        </p:nvCxnSpPr>
        <p:spPr>
          <a:xfrm xmlns:a="http://schemas.openxmlformats.org/drawingml/2006/main">
            <a:off x="395097" y="451099"/>
            <a:ext cx="88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37;p6"/>
          <p:cNvCxnSpPr/>
          <p:nvPr/>
        </p:nvCxnSpPr>
        <p:spPr>
          <a:xfrm xmlns:a="http://schemas.openxmlformats.org/drawingml/2006/main" rot="0" flipH="0" flipV="0">
            <a:off x="9139484" y="451689"/>
            <a:ext cx="0" cy="125584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38;p6"/>
          <p:cNvCxnSpPr/>
          <p:nvPr/>
        </p:nvCxnSpPr>
        <p:spPr>
          <a:xfrm xmlns:a="http://schemas.openxmlformats.org/drawingml/2006/main" rot="0" flipH="1" flipV="0">
            <a:off x="8695517" y="635604"/>
            <a:ext cx="887975" cy="88797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39;p6"/>
          <p:cNvCxnSpPr/>
          <p:nvPr/>
        </p:nvCxnSpPr>
        <p:spPr>
          <a:xfrm xmlns:a="http://schemas.openxmlformats.org/drawingml/2006/main" rot="10800000" flipH="0" flipV="0">
            <a:off x="8695517" y="635645"/>
            <a:ext cx="887975" cy="88797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40;p6"/>
          <p:cNvCxnSpPr/>
          <p:nvPr/>
        </p:nvCxnSpPr>
        <p:spPr>
          <a:xfrm xmlns:a="http://schemas.openxmlformats.org/drawingml/2006/main" rot="0" flipH="0" flipV="0">
            <a:off x="8511563" y="1079612"/>
            <a:ext cx="125584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41;p6"/>
          <p:cNvCxnSpPr/>
          <p:nvPr/>
        </p:nvCxnSpPr>
        <p:spPr>
          <a:xfrm xmlns:a="http://schemas.openxmlformats.org/drawingml/2006/main">
            <a:off x="450725" y="304700"/>
            <a:ext cx="0" cy="4936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0D3C59EB-6813-40FF-9F38-CC6BA0F48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47088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3A815B4E-16AC-4FAB-80B0-3B7654DA2D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744875"/>
            <a:ext cx="4708800" cy="2471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F95A9988-9CBE-48BE-9982-5FA82188DC6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786325" y="539500"/>
            <a:ext cx="3357600" cy="471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92" name="Google Shape;46;p7"/>
          <p:cNvCxnSpPr/>
          <p:nvPr/>
        </p:nvCxnSpPr>
        <p:spPr>
          <a:xfrm xmlns:a="http://schemas.openxmlformats.org/drawingml/2006/main" rot="10800000">
            <a:off x="-107675" y="539500"/>
            <a:ext cx="943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48;p7"/>
          <p:cNvCxnSpPr/>
          <p:nvPr/>
        </p:nvCxnSpPr>
        <p:spPr>
          <a:xfrm xmlns:a="http://schemas.openxmlformats.org/drawingml/2006/main" rot="0" flipH="0" flipV="0">
            <a:off x="8874217" y="-11"/>
            <a:ext cx="0" cy="53954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49;p7"/>
          <p:cNvCxnSpPr/>
          <p:nvPr/>
        </p:nvCxnSpPr>
        <p:spPr>
          <a:xfrm xmlns:a="http://schemas.openxmlformats.org/drawingml/2006/main" rot="0" flipH="1" flipV="0">
            <a:off x="8683476" y="79003"/>
            <a:ext cx="381499" cy="38149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50;p7"/>
          <p:cNvCxnSpPr/>
          <p:nvPr/>
        </p:nvCxnSpPr>
        <p:spPr>
          <a:xfrm xmlns:a="http://schemas.openxmlformats.org/drawingml/2006/main" rot="10800000" flipH="0" flipV="0">
            <a:off x="8683476" y="79021"/>
            <a:ext cx="381499" cy="38149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Google Shape;51;p7"/>
          <p:cNvCxnSpPr/>
          <p:nvPr/>
        </p:nvCxnSpPr>
        <p:spPr>
          <a:xfrm xmlns:a="http://schemas.openxmlformats.org/drawingml/2006/main" rot="0" flipH="0" flipV="0">
            <a:off x="8604445" y="269762"/>
            <a:ext cx="53954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52;p7"/>
          <p:cNvCxnSpPr/>
          <p:nvPr/>
        </p:nvCxnSpPr>
        <p:spPr>
          <a:xfrm xmlns:a="http://schemas.openxmlformats.org/drawingml/2006/main" rot="10800000">
            <a:off x="8604450" y="100"/>
            <a:ext cx="0" cy="538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2C37AC33-7088-47B7-9D8B-1EE37ABB1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1613500"/>
            <a:ext cx="5483100" cy="22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79BCFCD2-030D-4F79-8D53-27068C60C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256084"/>
            <a:ext cx="4872900" cy="155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9600"/>
            </a:lvl1pPr>
            <a:lvl2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9DE977C9-1191-48ED-A249-37ACC769F3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26963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0">
            <a:extLst xmlns:a="http://schemas.openxmlformats.org/drawingml/2006/main">
              <a:ext uri="{FF2B5EF4-FFF2-40B4-BE49-F238E27FC236}">
                <a16:creationId xmlns:a16="http://schemas.microsoft.com/office/drawing/2014/main" id="{CF247252-ACFD-46D1-8BB6-96A82345F8E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239700" cy="522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10">
            <a:extLst xmlns:a="http://schemas.openxmlformats.org/drawingml/2006/main">
              <a:ext uri="{FF2B5EF4-FFF2-40B4-BE49-F238E27FC236}">
                <a16:creationId xmlns:a16="http://schemas.microsoft.com/office/drawing/2014/main" id="{267040EC-3D08-44D8-8F9E-6BF31F24A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1668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1">
            <a:extLst xmlns:a="http://schemas.openxmlformats.org/drawingml/2006/main">
              <a:ext uri="{FF2B5EF4-FFF2-40B4-BE49-F238E27FC236}">
                <a16:creationId xmlns:a16="http://schemas.microsoft.com/office/drawing/2014/main" id="{3C54579E-9630-48EF-9AD0-755DDD56F3E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80950" y="1313900"/>
            <a:ext cx="6561900" cy="1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8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3" name="Google Shape;63;p11">
            <a:extLst xmlns:a="http://schemas.openxmlformats.org/drawingml/2006/main">
              <a:ext uri="{FF2B5EF4-FFF2-40B4-BE49-F238E27FC236}">
                <a16:creationId xmlns:a16="http://schemas.microsoft.com/office/drawing/2014/main" id="{B695D81F-5042-4BF5-8B38-F60C22D84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0950" y="2621900"/>
            <a:ext cx="6561900" cy="49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solidFill xmlns:a="http://schemas.openxmlformats.org/drawingml/2006/main">
          <a:schemeClr val="accent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matchingName="Table of contents">
  <p:cSld name="BLANK_1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DCA05090-A872-4A75-AA3B-20060381DB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C56EA26E-88FE-4183-A8AF-525EFEFED819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720000" y="1685512"/>
            <a:ext cx="734700" cy="5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8" name="Google Shape;68;p13">
            <a:extLst xmlns:a="http://schemas.openxmlformats.org/drawingml/2006/main">
              <a:ext uri="{FF2B5EF4-FFF2-40B4-BE49-F238E27FC236}">
                <a16:creationId xmlns:a16="http://schemas.microsoft.com/office/drawing/2014/main" id="{F756E9D0-3318-4B84-BE46-3E892991757F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720000" y="3129169"/>
            <a:ext cx="734700" cy="5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28C8D865-0F2D-4C52-B9E0-47D0D1430301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419272" y="1685512"/>
            <a:ext cx="734700" cy="5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70" name="Google Shape;70;p13">
            <a:extLst xmlns:a="http://schemas.openxmlformats.org/drawingml/2006/main">
              <a:ext uri="{FF2B5EF4-FFF2-40B4-BE49-F238E27FC236}">
                <a16:creationId xmlns:a16="http://schemas.microsoft.com/office/drawing/2014/main" id="{885D007C-79C4-41BB-AD01-6DD4424B8D62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3419272" y="3129169"/>
            <a:ext cx="734700" cy="5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71" name="Google Shape;71;p13">
            <a:extLst xmlns:a="http://schemas.openxmlformats.org/drawingml/2006/main">
              <a:ext uri="{FF2B5EF4-FFF2-40B4-BE49-F238E27FC236}">
                <a16:creationId xmlns:a16="http://schemas.microsoft.com/office/drawing/2014/main" id="{685BB2F0-6831-4A99-B84B-D49C7933C438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6118550" y="1685512"/>
            <a:ext cx="734700" cy="5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72" name="Google Shape;72;p13">
            <a:extLst xmlns:a="http://schemas.openxmlformats.org/drawingml/2006/main">
              <a:ext uri="{FF2B5EF4-FFF2-40B4-BE49-F238E27FC236}">
                <a16:creationId xmlns:a16="http://schemas.microsoft.com/office/drawing/2014/main" id="{61E1A285-6AF4-4C90-A196-6D35AF62E001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6118550" y="3129169"/>
            <a:ext cx="734700" cy="57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Font typeface="Poppins Light"/>
              <a:buNone/>
              <a:defRPr sz="30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73" name="Google Shape;73;p13">
            <a:extLst xmlns:a="http://schemas.openxmlformats.org/drawingml/2006/main">
              <a:ext uri="{FF2B5EF4-FFF2-40B4-BE49-F238E27FC236}">
                <a16:creationId xmlns:a16="http://schemas.microsoft.com/office/drawing/2014/main" id="{1CB222B7-D717-460C-9F13-40ABCF5C69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2371312"/>
            <a:ext cx="2305500" cy="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4C3A0A24-5D00-4AB4-B016-75CBFD6596E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19271" y="2371312"/>
            <a:ext cx="2305500" cy="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B3D034BD-52D7-489D-9EBB-F02A9E2F41D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18549" y="2371312"/>
            <a:ext cx="2305500" cy="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69F3D8D3-0080-496B-A7DE-B6BCB4B0BD6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20000" y="3814969"/>
            <a:ext cx="2305500" cy="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826F03D0-03C0-44B1-AC4B-95225B68A8F9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19271" y="3814969"/>
            <a:ext cx="2305500" cy="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4E67F226-18C6-4AE1-8238-AA4B981771B5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18549" y="3814969"/>
            <a:ext cx="2305500" cy="48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165" name="Google Shape;80;p13"/>
          <p:cNvCxnSpPr/>
          <p:nvPr/>
        </p:nvCxnSpPr>
        <p:spPr>
          <a:xfrm xmlns:a="http://schemas.openxmlformats.org/drawingml/2006/main" rot="0" flipH="0" flipV="0">
            <a:off x="7131" y="-685672"/>
            <a:ext cx="0" cy="1385508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81;p13"/>
          <p:cNvCxnSpPr/>
          <p:nvPr/>
        </p:nvCxnSpPr>
        <p:spPr>
          <a:xfrm xmlns:a="http://schemas.openxmlformats.org/drawingml/2006/main" rot="0" flipH="1" flipV="0">
            <a:off x="-482675" y="-482769"/>
            <a:ext cx="979657" cy="97965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82;p13"/>
          <p:cNvCxnSpPr/>
          <p:nvPr/>
        </p:nvCxnSpPr>
        <p:spPr>
          <a:xfrm xmlns:a="http://schemas.openxmlformats.org/drawingml/2006/main" rot="10800000" flipH="0" flipV="0">
            <a:off x="-482675" y="-482724"/>
            <a:ext cx="979657" cy="97965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83;p13"/>
          <p:cNvCxnSpPr/>
          <p:nvPr/>
        </p:nvCxnSpPr>
        <p:spPr>
          <a:xfrm xmlns:a="http://schemas.openxmlformats.org/drawingml/2006/main" rot="0" flipH="0" flipV="0">
            <a:off x="-685622" y="7082"/>
            <a:ext cx="138550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3.xml><?xml version="1.0" encoding="utf-8"?>
<p:sldLayout xmlns:p="http://schemas.openxmlformats.org/presentationml/2006/main" matchingName="Title only 1">
  <p:cSld name="TITLE_ONLY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4">
            <a:extLst xmlns:a="http://schemas.openxmlformats.org/drawingml/2006/main">
              <a:ext uri="{FF2B5EF4-FFF2-40B4-BE49-F238E27FC236}">
                <a16:creationId xmlns:a16="http://schemas.microsoft.com/office/drawing/2014/main" id="{7CB48753-B380-4787-8F89-3EE851770A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17" name="Google Shape;86;p14"/>
          <p:cNvCxnSpPr/>
          <p:nvPr/>
        </p:nvCxnSpPr>
        <p:spPr>
          <a:xfrm xmlns:a="http://schemas.openxmlformats.org/drawingml/2006/main" rot="10800000">
            <a:off x="-97425" y="4454915"/>
            <a:ext cx="945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88;p14"/>
          <p:cNvCxnSpPr/>
          <p:nvPr/>
        </p:nvCxnSpPr>
        <p:spPr>
          <a:xfrm xmlns:a="http://schemas.openxmlformats.org/drawingml/2006/main" rot="0" flipH="0" flipV="0">
            <a:off x="359974" y="-58350"/>
            <a:ext cx="0" cy="520890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89;p14"/>
          <p:cNvCxnSpPr/>
          <p:nvPr/>
        </p:nvCxnSpPr>
        <p:spPr>
          <a:xfrm xmlns:a="http://schemas.openxmlformats.org/drawingml/2006/main" rot="0" flipH="1" flipV="0">
            <a:off x="105463" y="4535913"/>
            <a:ext cx="509056" cy="50905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90;p14"/>
          <p:cNvCxnSpPr/>
          <p:nvPr/>
        </p:nvCxnSpPr>
        <p:spPr>
          <a:xfrm xmlns:a="http://schemas.openxmlformats.org/drawingml/2006/main" rot="10800000" flipH="0" flipV="0">
            <a:off x="105463" y="4535937"/>
            <a:ext cx="509056" cy="50905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91;p14"/>
          <p:cNvCxnSpPr/>
          <p:nvPr/>
        </p:nvCxnSpPr>
        <p:spPr>
          <a:xfrm xmlns:a="http://schemas.openxmlformats.org/drawingml/2006/main" rot="0" flipH="0" flipV="0">
            <a:off x="7" y="4790453"/>
            <a:ext cx="719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4.xml><?xml version="1.0" encoding="utf-8"?>
<p:sldLayout xmlns:p="http://schemas.openxmlformats.org/presentationml/2006/main" matchingName="Title only 2">
  <p:cSld name="TITLE_ONLY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5208C9AE-2E9A-496A-956D-5B0693BAA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36" name="Google Shape;95;p15"/>
          <p:cNvCxnSpPr/>
          <p:nvPr/>
        </p:nvCxnSpPr>
        <p:spPr>
          <a:xfrm xmlns:a="http://schemas.openxmlformats.org/drawingml/2006/main" rot="10800000" flipH="0" flipV="0">
            <a:off x="708339" y="-94028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97;p15"/>
          <p:cNvCxnSpPr/>
          <p:nvPr/>
        </p:nvCxnSpPr>
        <p:spPr>
          <a:xfrm xmlns:a="http://schemas.openxmlformats.org/drawingml/2006/main" rot="0" flipH="0" flipV="0">
            <a:off x="353283" y="4783793"/>
            <a:ext cx="0" cy="35157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98;p15"/>
          <p:cNvCxnSpPr/>
          <p:nvPr/>
        </p:nvCxnSpPr>
        <p:spPr>
          <a:xfrm xmlns:a="http://schemas.openxmlformats.org/drawingml/2006/main" rot="0" flipH="1" flipV="0">
            <a:off x="354317" y="4887235"/>
            <a:ext cx="248698" cy="248698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99;p15"/>
          <p:cNvCxnSpPr/>
          <p:nvPr/>
        </p:nvCxnSpPr>
        <p:spPr>
          <a:xfrm xmlns:a="http://schemas.openxmlformats.org/drawingml/2006/main" rot="10800000" flipH="0" flipV="0">
            <a:off x="103508" y="4887193"/>
            <a:ext cx="251382" cy="25138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" name="Google Shape;100;p15"/>
          <p:cNvCxnSpPr/>
          <p:nvPr/>
        </p:nvCxnSpPr>
        <p:spPr>
          <a:xfrm xmlns:a="http://schemas.openxmlformats.org/drawingml/2006/main" rot="0" flipH="0" flipV="0">
            <a:off x="108" y="5136968"/>
            <a:ext cx="70635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01;p15"/>
          <p:cNvCxnSpPr/>
          <p:nvPr/>
        </p:nvCxnSpPr>
        <p:spPr>
          <a:xfrm xmlns:a="http://schemas.openxmlformats.org/drawingml/2006/main" rot="10800000" flipH="0" flipV="0">
            <a:off x="-95675" y="4786482"/>
            <a:ext cx="9420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02;p15"/>
          <p:cNvCxnSpPr/>
          <p:nvPr/>
        </p:nvCxnSpPr>
        <p:spPr>
          <a:xfrm xmlns:a="http://schemas.openxmlformats.org/drawingml/2006/main" rot="10800000" flipH="0" flipV="0">
            <a:off x="-95750" y="295172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5.xml><?xml version="1.0" encoding="utf-8"?>
<p:sldLayout xmlns:p="http://schemas.openxmlformats.org/presentationml/2006/main" matchingName="Title only 3">
  <p:cSld name="TITLE_ONLY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16">
            <a:extLst xmlns:a="http://schemas.openxmlformats.org/drawingml/2006/main">
              <a:ext uri="{FF2B5EF4-FFF2-40B4-BE49-F238E27FC236}">
                <a16:creationId xmlns:a16="http://schemas.microsoft.com/office/drawing/2014/main" id="{DB02378D-6CDC-49F2-AEC0-F85D0A460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5" name="Google Shape;105;p16">
            <a:extLst xmlns:a="http://schemas.openxmlformats.org/drawingml/2006/main">
              <a:ext uri="{FF2B5EF4-FFF2-40B4-BE49-F238E27FC236}">
                <a16:creationId xmlns:a16="http://schemas.microsoft.com/office/drawing/2014/main" id="{7DC7BBDB-88E6-40BE-8BA0-8C3DB7BD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4325" y="4696313"/>
            <a:ext cx="446400" cy="44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" name="Google Shape;106;p16"/>
          <p:cNvCxnSpPr/>
          <p:nvPr/>
        </p:nvCxnSpPr>
        <p:spPr>
          <a:xfrm xmlns:a="http://schemas.openxmlformats.org/drawingml/2006/main">
            <a:off x="395097" y="4696913"/>
            <a:ext cx="88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08;p16"/>
          <p:cNvCxnSpPr/>
          <p:nvPr/>
        </p:nvCxnSpPr>
        <p:spPr>
          <a:xfrm xmlns:a="http://schemas.openxmlformats.org/drawingml/2006/main" rot="0" flipH="0" flipV="0">
            <a:off x="9139484" y="-5511"/>
            <a:ext cx="0" cy="125584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09;p16"/>
          <p:cNvCxnSpPr/>
          <p:nvPr/>
        </p:nvCxnSpPr>
        <p:spPr>
          <a:xfrm xmlns:a="http://schemas.openxmlformats.org/drawingml/2006/main" rot="0" flipH="1" flipV="0">
            <a:off x="8695517" y="178404"/>
            <a:ext cx="887975" cy="88797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10;p16"/>
          <p:cNvCxnSpPr/>
          <p:nvPr/>
        </p:nvCxnSpPr>
        <p:spPr>
          <a:xfrm xmlns:a="http://schemas.openxmlformats.org/drawingml/2006/main" rot="10800000" flipH="0" flipV="0">
            <a:off x="8695517" y="178445"/>
            <a:ext cx="887975" cy="88797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11;p16"/>
          <p:cNvCxnSpPr/>
          <p:nvPr/>
        </p:nvCxnSpPr>
        <p:spPr>
          <a:xfrm xmlns:a="http://schemas.openxmlformats.org/drawingml/2006/main" rot="0" flipH="0" flipV="0">
            <a:off x="8511563" y="622412"/>
            <a:ext cx="125584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12;p16"/>
          <p:cNvCxnSpPr/>
          <p:nvPr/>
        </p:nvCxnSpPr>
        <p:spPr>
          <a:xfrm xmlns:a="http://schemas.openxmlformats.org/drawingml/2006/main" rot="10800000">
            <a:off x="450725" y="-3725"/>
            <a:ext cx="0" cy="4707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6.xml><?xml version="1.0" encoding="utf-8"?>
<p:sldLayout xmlns:p="http://schemas.openxmlformats.org/presentationml/2006/main" matchingName="Big number 1">
  <p:cSld name="BIG_NUMB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17">
            <a:extLst xmlns:a="http://schemas.openxmlformats.org/drawingml/2006/main">
              <a:ext uri="{FF2B5EF4-FFF2-40B4-BE49-F238E27FC236}">
                <a16:creationId xmlns:a16="http://schemas.microsoft.com/office/drawing/2014/main" id="{D45DD139-E2A7-45AD-9595-AC9D454D19C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91050" y="1542500"/>
            <a:ext cx="6561900" cy="148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8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Font typeface="Poppins Light"/>
              <a:buNone/>
              <a:defRPr sz="9600"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5" name="Google Shape;115;p17">
            <a:extLst xmlns:a="http://schemas.openxmlformats.org/drawingml/2006/main">
              <a:ext uri="{FF2B5EF4-FFF2-40B4-BE49-F238E27FC236}">
                <a16:creationId xmlns:a16="http://schemas.microsoft.com/office/drawing/2014/main" id="{792AE063-AB83-4E70-88B2-BAC4964692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91050" y="3079100"/>
            <a:ext cx="6561900" cy="49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cxnSp>
        <p:nvCxnSpPr>
          <p:cNvPr id="198" name="Google Shape;116;p17"/>
          <p:cNvCxnSpPr/>
          <p:nvPr/>
        </p:nvCxnSpPr>
        <p:spPr>
          <a:xfrm xmlns:a="http://schemas.openxmlformats.org/drawingml/2006/main">
            <a:off x="986475" y="-178200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18;p17"/>
          <p:cNvCxnSpPr/>
          <p:nvPr/>
        </p:nvCxnSpPr>
        <p:spPr>
          <a:xfrm xmlns:a="http://schemas.openxmlformats.org/drawingml/2006/main" rot="0" flipH="0" flipV="0">
            <a:off x="464895" y="581050"/>
            <a:ext cx="0" cy="96401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119;p17"/>
          <p:cNvCxnSpPr/>
          <p:nvPr/>
        </p:nvCxnSpPr>
        <p:spPr>
          <a:xfrm xmlns:a="http://schemas.openxmlformats.org/drawingml/2006/main" rot="0" flipH="1" flipV="0">
            <a:off x="124094" y="722227"/>
            <a:ext cx="681633" cy="68163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120;p17"/>
          <p:cNvCxnSpPr/>
          <p:nvPr/>
        </p:nvCxnSpPr>
        <p:spPr>
          <a:xfrm xmlns:a="http://schemas.openxmlformats.org/drawingml/2006/main" rot="10800000" flipH="0" flipV="0">
            <a:off x="124094" y="722259"/>
            <a:ext cx="681633" cy="68163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121;p17"/>
          <p:cNvCxnSpPr/>
          <p:nvPr/>
        </p:nvCxnSpPr>
        <p:spPr>
          <a:xfrm xmlns:a="http://schemas.openxmlformats.org/drawingml/2006/main" rot="0" flipH="0" flipV="0">
            <a:off x="-17113" y="1063059"/>
            <a:ext cx="96401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122;p17"/>
          <p:cNvCxnSpPr/>
          <p:nvPr/>
        </p:nvCxnSpPr>
        <p:spPr>
          <a:xfrm xmlns:a="http://schemas.openxmlformats.org/drawingml/2006/main" rot="10800000">
            <a:off x="9144000" y="-266475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124;p17"/>
          <p:cNvCxnSpPr/>
          <p:nvPr/>
        </p:nvCxnSpPr>
        <p:spPr>
          <a:xfrm xmlns:a="http://schemas.openxmlformats.org/drawingml/2006/main" rot="0" flipH="1" flipV="0">
            <a:off x="6886616" y="3789406"/>
            <a:ext cx="0" cy="1553971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125;p17"/>
          <p:cNvCxnSpPr/>
          <p:nvPr/>
        </p:nvCxnSpPr>
        <p:spPr>
          <a:xfrm xmlns:a="http://schemas.openxmlformats.org/drawingml/2006/main" rot="0" flipH="0" flipV="0">
            <a:off x="7435977" y="4016980"/>
            <a:ext cx="1098773" cy="109877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126;p17"/>
          <p:cNvCxnSpPr/>
          <p:nvPr/>
        </p:nvCxnSpPr>
        <p:spPr>
          <a:xfrm xmlns:a="http://schemas.openxmlformats.org/drawingml/2006/main" rot="10800000" flipH="1" flipV="0">
            <a:off x="7435977" y="4017030"/>
            <a:ext cx="1098773" cy="109877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127;p17"/>
          <p:cNvCxnSpPr/>
          <p:nvPr/>
        </p:nvCxnSpPr>
        <p:spPr>
          <a:xfrm xmlns:a="http://schemas.openxmlformats.org/drawingml/2006/main" rot="0" flipH="1" flipV="0">
            <a:off x="7663600" y="4566391"/>
            <a:ext cx="155397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128;p17"/>
          <p:cNvCxnSpPr/>
          <p:nvPr/>
        </p:nvCxnSpPr>
        <p:spPr>
          <a:xfrm xmlns:a="http://schemas.openxmlformats.org/drawingml/2006/main">
            <a:off x="8140400" y="0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129;p17"/>
          <p:cNvCxnSpPr/>
          <p:nvPr/>
        </p:nvCxnSpPr>
        <p:spPr>
          <a:xfrm xmlns:a="http://schemas.openxmlformats.org/drawingml/2006/main">
            <a:off x="-43312" y="1545076"/>
            <a:ext cx="1016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130;p17"/>
          <p:cNvCxnSpPr/>
          <p:nvPr/>
        </p:nvCxnSpPr>
        <p:spPr>
          <a:xfrm xmlns:a="http://schemas.openxmlformats.org/drawingml/2006/main">
            <a:off x="-98000" y="580900"/>
            <a:ext cx="934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131;p17"/>
          <p:cNvCxnSpPr/>
          <p:nvPr/>
        </p:nvCxnSpPr>
        <p:spPr>
          <a:xfrm xmlns:a="http://schemas.openxmlformats.org/drawingml/2006/main">
            <a:off x="-99000" y="4566400"/>
            <a:ext cx="934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7.xml><?xml version="1.0" encoding="utf-8"?>
<p:sldLayout xmlns:p="http://schemas.openxmlformats.org/presentationml/2006/main" matchingName="Quote">
  <p:cSld name="BLANK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18">
            <a:extLst xmlns:a="http://schemas.openxmlformats.org/drawingml/2006/main">
              <a:ext uri="{FF2B5EF4-FFF2-40B4-BE49-F238E27FC236}">
                <a16:creationId xmlns:a16="http://schemas.microsoft.com/office/drawing/2014/main" id="{0BA3F697-829A-485F-A00E-2A3A9528DA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86325" y="2869400"/>
            <a:ext cx="5250600" cy="66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endParaRPr/>
          </a:p>
        </p:txBody>
      </p:sp>
      <p:sp>
        <p:nvSpPr>
          <p:cNvPr id="134" name="Google Shape;134;p18">
            <a:extLst xmlns:a="http://schemas.openxmlformats.org/drawingml/2006/main">
              <a:ext uri="{FF2B5EF4-FFF2-40B4-BE49-F238E27FC236}">
                <a16:creationId xmlns:a16="http://schemas.microsoft.com/office/drawing/2014/main" id="{7B4B35CC-4335-4BF8-8F9F-B91B7B838F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86325" y="948150"/>
            <a:ext cx="5250600" cy="186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and text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19">
            <a:extLst xmlns:a="http://schemas.openxmlformats.org/drawingml/2006/main">
              <a:ext uri="{FF2B5EF4-FFF2-40B4-BE49-F238E27FC236}">
                <a16:creationId xmlns:a16="http://schemas.microsoft.com/office/drawing/2014/main" id="{7AC058DF-2014-40ED-AFE3-4E7474B8C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1474600"/>
            <a:ext cx="3519600" cy="165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7" name="Google Shape;137;p19">
            <a:extLst xmlns:a="http://schemas.openxmlformats.org/drawingml/2006/main">
              <a:ext uri="{FF2B5EF4-FFF2-40B4-BE49-F238E27FC236}">
                <a16:creationId xmlns:a16="http://schemas.microsoft.com/office/drawing/2014/main" id="{88F72F0B-CB6A-46A7-AA66-E87AA8584B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3123750"/>
            <a:ext cx="3519600" cy="111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8" name="Google Shape;138;p19">
            <a:extLst xmlns:a="http://schemas.openxmlformats.org/drawingml/2006/main">
              <a:ext uri="{FF2B5EF4-FFF2-40B4-BE49-F238E27FC236}">
                <a16:creationId xmlns:a16="http://schemas.microsoft.com/office/drawing/2014/main" id="{0FEB7367-02D5-4FE4-A68F-F46F51CC95C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066625" y="567525"/>
            <a:ext cx="3519600" cy="461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cxnSp>
        <p:nvCxnSpPr>
          <p:cNvPr id="175" name="Google Shape;140;p19"/>
          <p:cNvCxnSpPr/>
          <p:nvPr/>
        </p:nvCxnSpPr>
        <p:spPr>
          <a:xfrm xmlns:a="http://schemas.openxmlformats.org/drawingml/2006/main" rot="0" flipH="0" flipV="0">
            <a:off x="8589598" y="3189"/>
            <a:ext cx="0" cy="5180087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41;p19"/>
          <p:cNvCxnSpPr/>
          <p:nvPr/>
        </p:nvCxnSpPr>
        <p:spPr>
          <a:xfrm xmlns:a="http://schemas.openxmlformats.org/drawingml/2006/main" rot="0" flipH="1" flipV="0">
            <a:off x="8590938" y="167775"/>
            <a:ext cx="396004" cy="39651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42;p19"/>
          <p:cNvCxnSpPr/>
          <p:nvPr/>
        </p:nvCxnSpPr>
        <p:spPr>
          <a:xfrm xmlns:a="http://schemas.openxmlformats.org/drawingml/2006/main" rot="10800000" flipH="0" flipV="0">
            <a:off x="8192290" y="167812"/>
            <a:ext cx="794652" cy="79465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43;p19"/>
          <p:cNvCxnSpPr/>
          <p:nvPr/>
        </p:nvCxnSpPr>
        <p:spPr>
          <a:xfrm xmlns:a="http://schemas.openxmlformats.org/drawingml/2006/main" rot="0" flipH="0" flipV="0">
            <a:off x="-80175" y="565126"/>
            <a:ext cx="923163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19.xml><?xml version="1.0" encoding="utf-8"?>
<p:sldLayout xmlns:p="http://schemas.openxmlformats.org/presentationml/2006/main" matchingName="Title and text 3">
  <p:cSld name="CUSTOM_10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4" name="Google Shape;146;p20"/>
          <p:cNvCxnSpPr/>
          <p:nvPr/>
        </p:nvCxnSpPr>
        <p:spPr>
          <a:xfrm xmlns:a="http://schemas.openxmlformats.org/drawingml/2006/main" rot="0" flipH="1" flipV="0">
            <a:off x="7994877" y="-769"/>
            <a:ext cx="0" cy="443659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47;p20"/>
          <p:cNvCxnSpPr/>
          <p:nvPr/>
        </p:nvCxnSpPr>
        <p:spPr>
          <a:xfrm xmlns:a="http://schemas.openxmlformats.org/drawingml/2006/main" rot="0" flipH="0" flipV="0">
            <a:off x="7993549" y="162311"/>
            <a:ext cx="392382" cy="3928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48;p20"/>
          <p:cNvCxnSpPr/>
          <p:nvPr/>
        </p:nvCxnSpPr>
        <p:spPr>
          <a:xfrm xmlns:a="http://schemas.openxmlformats.org/drawingml/2006/main" rot="10800000" flipH="1" flipV="0">
            <a:off x="8388549" y="162348"/>
            <a:ext cx="787383" cy="78738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49;p20"/>
          <p:cNvCxnSpPr/>
          <p:nvPr/>
        </p:nvCxnSpPr>
        <p:spPr>
          <a:xfrm xmlns:a="http://schemas.openxmlformats.org/drawingml/2006/main" rot="0" flipH="1" flipV="0">
            <a:off x="16580874" y="556025"/>
            <a:ext cx="929517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50;p20"/>
          <p:cNvCxnSpPr/>
          <p:nvPr/>
        </p:nvCxnSpPr>
        <p:spPr>
          <a:xfrm xmlns:a="http://schemas.openxmlformats.org/drawingml/2006/main" rot="10800000">
            <a:off x="147" y="4606137"/>
            <a:ext cx="9547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20">
            <a:extLst xmlns:a="http://schemas.openxmlformats.org/drawingml/2006/main">
              <a:ext uri="{FF2B5EF4-FFF2-40B4-BE49-F238E27FC236}">
                <a16:creationId xmlns:a16="http://schemas.microsoft.com/office/drawing/2014/main" id="{7E8774B4-08DB-4B19-8436-627DF31EF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4800" y="1322200"/>
            <a:ext cx="3519600" cy="165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2" name="Google Shape;152;p20">
            <a:extLst xmlns:a="http://schemas.openxmlformats.org/drawingml/2006/main">
              <a:ext uri="{FF2B5EF4-FFF2-40B4-BE49-F238E27FC236}">
                <a16:creationId xmlns:a16="http://schemas.microsoft.com/office/drawing/2014/main" id="{7C66EA3B-AE5C-40BB-AED0-4C2DF7BC39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34800" y="2971350"/>
            <a:ext cx="3519600" cy="111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3" name="Google Shape;153;p20">
            <a:extLst xmlns:a="http://schemas.openxmlformats.org/drawingml/2006/main">
              <a:ext uri="{FF2B5EF4-FFF2-40B4-BE49-F238E27FC236}">
                <a16:creationId xmlns:a16="http://schemas.microsoft.com/office/drawing/2014/main" id="{81688940-6A09-4C5D-A8F9-7FD705B02A9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3225" y="558636"/>
            <a:ext cx="3816900" cy="40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</p:spTree>
  </p:cSld>
</p:sldLayout>
</file>

<file path=ppt/slideLayouts/slideLayout20.xml><?xml version="1.0" encoding="utf-8"?>
<p:sldLayout xmlns:p="http://schemas.openxmlformats.org/presentationml/2006/main" matchingName="Title and text 1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21">
            <a:extLst xmlns:a="http://schemas.openxmlformats.org/drawingml/2006/main">
              <a:ext uri="{FF2B5EF4-FFF2-40B4-BE49-F238E27FC236}">
                <a16:creationId xmlns:a16="http://schemas.microsoft.com/office/drawing/2014/main" id="{2D6532A7-AF54-41E9-8654-C34CA856B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4800" y="1637550"/>
            <a:ext cx="3336000" cy="106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1">
            <a:extLst xmlns:a="http://schemas.openxmlformats.org/drawingml/2006/main">
              <a:ext uri="{FF2B5EF4-FFF2-40B4-BE49-F238E27FC236}">
                <a16:creationId xmlns:a16="http://schemas.microsoft.com/office/drawing/2014/main" id="{0A4CD961-4D72-4187-9454-E8B7701FB1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4800" y="2700750"/>
            <a:ext cx="3336000" cy="8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204" name="Google Shape;158;p21"/>
          <p:cNvCxnSpPr/>
          <p:nvPr/>
        </p:nvCxnSpPr>
        <p:spPr>
          <a:xfrm xmlns:a="http://schemas.openxmlformats.org/drawingml/2006/main" rot="10800000" flipH="0" flipV="0">
            <a:off x="713225" y="-94028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160;p21"/>
          <p:cNvCxnSpPr/>
          <p:nvPr/>
        </p:nvCxnSpPr>
        <p:spPr>
          <a:xfrm xmlns:a="http://schemas.openxmlformats.org/drawingml/2006/main" rot="0" flipH="0" flipV="0">
            <a:off x="353283" y="4432225"/>
            <a:ext cx="0" cy="706351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161;p21"/>
          <p:cNvCxnSpPr/>
          <p:nvPr/>
        </p:nvCxnSpPr>
        <p:spPr>
          <a:xfrm xmlns:a="http://schemas.openxmlformats.org/drawingml/2006/main" rot="0" flipH="1" flipV="0">
            <a:off x="103573" y="4535668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162;p21"/>
          <p:cNvCxnSpPr/>
          <p:nvPr/>
        </p:nvCxnSpPr>
        <p:spPr>
          <a:xfrm xmlns:a="http://schemas.openxmlformats.org/drawingml/2006/main" rot="10800000" flipH="0" flipV="0">
            <a:off x="103573" y="4535691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163;p21"/>
          <p:cNvCxnSpPr/>
          <p:nvPr/>
        </p:nvCxnSpPr>
        <p:spPr>
          <a:xfrm xmlns:a="http://schemas.openxmlformats.org/drawingml/2006/main" rot="0" flipH="0" flipV="0">
            <a:off x="108" y="4785401"/>
            <a:ext cx="70635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164;p21"/>
          <p:cNvCxnSpPr/>
          <p:nvPr/>
        </p:nvCxnSpPr>
        <p:spPr>
          <a:xfrm xmlns:a="http://schemas.openxmlformats.org/drawingml/2006/main" rot="10800000" flipH="0" flipV="0">
            <a:off x="-95675" y="4432225"/>
            <a:ext cx="9420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165;p21"/>
          <p:cNvCxnSpPr/>
          <p:nvPr/>
        </p:nvCxnSpPr>
        <p:spPr>
          <a:xfrm xmlns:a="http://schemas.openxmlformats.org/drawingml/2006/main" rot="10800000" flipH="0" flipV="0">
            <a:off x="-95750" y="295172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1.xml><?xml version="1.0" encoding="utf-8"?>
<p:sldLayout xmlns:p="http://schemas.openxmlformats.org/presentationml/2006/main" matchingName="Title and text 2">
  <p:cSld name="CUSTOM_4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Google Shape;167;p22">
            <a:extLst xmlns:a="http://schemas.openxmlformats.org/drawingml/2006/main">
              <a:ext uri="{FF2B5EF4-FFF2-40B4-BE49-F238E27FC236}">
                <a16:creationId xmlns:a16="http://schemas.microsoft.com/office/drawing/2014/main" id="{B793BAAD-D74F-4867-BF21-357E5E0D3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27600" y="1610400"/>
            <a:ext cx="3593400" cy="64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2">
            <a:extLst xmlns:a="http://schemas.openxmlformats.org/drawingml/2006/main">
              <a:ext uri="{FF2B5EF4-FFF2-40B4-BE49-F238E27FC236}">
                <a16:creationId xmlns:a16="http://schemas.microsoft.com/office/drawing/2014/main" id="{BA8ED8E2-84BC-41A6-A11F-381AF394E6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27771" y="2257200"/>
            <a:ext cx="3593400" cy="108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200" name="Google Shape;170;p22"/>
          <p:cNvCxnSpPr/>
          <p:nvPr/>
        </p:nvCxnSpPr>
        <p:spPr>
          <a:xfrm xmlns:a="http://schemas.openxmlformats.org/drawingml/2006/main" rot="0" flipH="1" flipV="0">
            <a:off x="-983250" y="-147191"/>
            <a:ext cx="0" cy="5330078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171;p22"/>
          <p:cNvCxnSpPr/>
          <p:nvPr/>
        </p:nvCxnSpPr>
        <p:spPr>
          <a:xfrm xmlns:a="http://schemas.openxmlformats.org/drawingml/2006/main" rot="0" flipH="0" flipV="0">
            <a:off x="-553937" y="4146359"/>
            <a:ext cx="858665" cy="85866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172;p22"/>
          <p:cNvCxnSpPr/>
          <p:nvPr/>
        </p:nvCxnSpPr>
        <p:spPr>
          <a:xfrm xmlns:a="http://schemas.openxmlformats.org/drawingml/2006/main" rot="10800000" flipH="1" flipV="0">
            <a:off x="-553937" y="4146399"/>
            <a:ext cx="858665" cy="85866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173;p22"/>
          <p:cNvCxnSpPr/>
          <p:nvPr/>
        </p:nvCxnSpPr>
        <p:spPr>
          <a:xfrm xmlns:a="http://schemas.openxmlformats.org/drawingml/2006/main" rot="0" flipH="1" flipV="0">
            <a:off x="-254428" y="4575707"/>
            <a:ext cx="987641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2.xml><?xml version="1.0" encoding="utf-8"?>
<p:sldLayout xmlns:p="http://schemas.openxmlformats.org/presentationml/2006/main" matchingName="Title and two columns 1">
  <p:cSld name="TITLE_AND_TWO_COLUMNS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Google Shape;175;p23">
            <a:extLst xmlns:a="http://schemas.openxmlformats.org/drawingml/2006/main">
              <a:ext uri="{FF2B5EF4-FFF2-40B4-BE49-F238E27FC236}">
                <a16:creationId xmlns:a16="http://schemas.microsoft.com/office/drawing/2014/main" id="{B7540C6E-79AA-4D72-9521-9D9631E7C7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6" name="Google Shape;176;p23">
            <a:extLst xmlns:a="http://schemas.openxmlformats.org/drawingml/2006/main">
              <a:ext uri="{FF2B5EF4-FFF2-40B4-BE49-F238E27FC236}">
                <a16:creationId xmlns:a16="http://schemas.microsoft.com/office/drawing/2014/main" id="{01164F8F-06C0-4EB1-B22E-28B03C412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637344" y="2519922"/>
            <a:ext cx="2884500" cy="18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7" name="Google Shape;177;p23">
            <a:extLst xmlns:a="http://schemas.openxmlformats.org/drawingml/2006/main">
              <a:ext uri="{FF2B5EF4-FFF2-40B4-BE49-F238E27FC236}">
                <a16:creationId xmlns:a16="http://schemas.microsoft.com/office/drawing/2014/main" id="{C2AC312E-B734-46F6-AF9F-9F579AD5525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0000" y="2519922"/>
            <a:ext cx="2884500" cy="18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8" name="Google Shape;178;p23">
            <a:extLst xmlns:a="http://schemas.openxmlformats.org/drawingml/2006/main">
              <a:ext uri="{FF2B5EF4-FFF2-40B4-BE49-F238E27FC236}">
                <a16:creationId xmlns:a16="http://schemas.microsoft.com/office/drawing/2014/main" id="{70D9D970-4695-43CB-BE7F-260425CF072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1" y="1978850"/>
            <a:ext cx="28845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3">
            <a:extLst xmlns:a="http://schemas.openxmlformats.org/drawingml/2006/main">
              <a:ext uri="{FF2B5EF4-FFF2-40B4-BE49-F238E27FC236}">
                <a16:creationId xmlns:a16="http://schemas.microsoft.com/office/drawing/2014/main" id="{F3273D19-9728-4399-949F-813553DFF8E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637372" y="1978850"/>
            <a:ext cx="28845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241" name="Google Shape;180;p23"/>
          <p:cNvCxnSpPr/>
          <p:nvPr/>
        </p:nvCxnSpPr>
        <p:spPr>
          <a:xfrm xmlns:a="http://schemas.openxmlformats.org/drawingml/2006/main">
            <a:off x="8430775" y="-89100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182;p23"/>
          <p:cNvCxnSpPr/>
          <p:nvPr/>
        </p:nvCxnSpPr>
        <p:spPr>
          <a:xfrm xmlns:a="http://schemas.openxmlformats.org/drawingml/2006/main" rot="0" flipH="0" flipV="0">
            <a:off x="8790717" y="-4"/>
            <a:ext cx="0" cy="706351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183;p23"/>
          <p:cNvCxnSpPr/>
          <p:nvPr/>
        </p:nvCxnSpPr>
        <p:spPr>
          <a:xfrm xmlns:a="http://schemas.openxmlformats.org/drawingml/2006/main" rot="0" flipH="1" flipV="0">
            <a:off x="8541007" y="103439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184;p23"/>
          <p:cNvCxnSpPr/>
          <p:nvPr/>
        </p:nvCxnSpPr>
        <p:spPr>
          <a:xfrm xmlns:a="http://schemas.openxmlformats.org/drawingml/2006/main" rot="10800000" flipH="0" flipV="0">
            <a:off x="8541007" y="103462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185;p23"/>
          <p:cNvCxnSpPr/>
          <p:nvPr/>
        </p:nvCxnSpPr>
        <p:spPr>
          <a:xfrm xmlns:a="http://schemas.openxmlformats.org/drawingml/2006/main" rot="0" flipH="0" flipV="0">
            <a:off x="8437542" y="353172"/>
            <a:ext cx="70635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186;p23"/>
          <p:cNvCxnSpPr/>
          <p:nvPr/>
        </p:nvCxnSpPr>
        <p:spPr>
          <a:xfrm xmlns:a="http://schemas.openxmlformats.org/drawingml/2006/main">
            <a:off x="8437550" y="706350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187;p23"/>
          <p:cNvCxnSpPr/>
          <p:nvPr/>
        </p:nvCxnSpPr>
        <p:spPr>
          <a:xfrm xmlns:a="http://schemas.openxmlformats.org/drawingml/2006/main">
            <a:off x="8437550" y="4843400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3.xml><?xml version="1.0" encoding="utf-8"?>
<p:sldLayout xmlns:p="http://schemas.openxmlformats.org/presentationml/2006/main" matchingName="Title and two columns 2">
  <p:cSld name="TITLE_AND_TWO_COLUMNS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Google Shape;189;p24">
            <a:extLst xmlns:a="http://schemas.openxmlformats.org/drawingml/2006/main">
              <a:ext uri="{FF2B5EF4-FFF2-40B4-BE49-F238E27FC236}">
                <a16:creationId xmlns:a16="http://schemas.microsoft.com/office/drawing/2014/main" id="{D2A0F629-8A82-4D82-8C94-1AF35844D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0" name="Google Shape;190;p24">
            <a:extLst xmlns:a="http://schemas.openxmlformats.org/drawingml/2006/main">
              <a:ext uri="{FF2B5EF4-FFF2-40B4-BE49-F238E27FC236}">
                <a16:creationId xmlns:a16="http://schemas.microsoft.com/office/drawing/2014/main" id="{75923665-4D54-4F0D-99A9-E1D8C7015F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12556" y="1658700"/>
            <a:ext cx="3281700" cy="242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1" name="Google Shape;191;p24">
            <a:extLst xmlns:a="http://schemas.openxmlformats.org/drawingml/2006/main">
              <a:ext uri="{FF2B5EF4-FFF2-40B4-BE49-F238E27FC236}">
                <a16:creationId xmlns:a16="http://schemas.microsoft.com/office/drawing/2014/main" id="{7B4D743F-948A-4140-BCC2-6100061508A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0000" y="1658700"/>
            <a:ext cx="3281700" cy="242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2" name="Google Shape;192;p24">
            <a:extLst xmlns:a="http://schemas.openxmlformats.org/drawingml/2006/main">
              <a:ext uri="{FF2B5EF4-FFF2-40B4-BE49-F238E27FC236}">
                <a16:creationId xmlns:a16="http://schemas.microsoft.com/office/drawing/2014/main" id="{23A66D72-5A37-461E-B574-B1D76157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" y="5300"/>
            <a:ext cx="446400" cy="44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3" name="Google Shape;193;p24"/>
          <p:cNvCxnSpPr/>
          <p:nvPr/>
        </p:nvCxnSpPr>
        <p:spPr>
          <a:xfrm xmlns:a="http://schemas.openxmlformats.org/drawingml/2006/main">
            <a:off x="395097" y="451099"/>
            <a:ext cx="88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194;p24"/>
          <p:cNvCxnSpPr/>
          <p:nvPr/>
        </p:nvCxnSpPr>
        <p:spPr>
          <a:xfrm xmlns:a="http://schemas.openxmlformats.org/drawingml/2006/main">
            <a:off x="450725" y="304700"/>
            <a:ext cx="0" cy="4936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4.xml><?xml version="1.0" encoding="utf-8"?>
<p:sldLayout xmlns:p="http://schemas.openxmlformats.org/presentationml/2006/main" matchingName="Title and three columns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25">
            <a:extLst xmlns:a="http://schemas.openxmlformats.org/drawingml/2006/main">
              <a:ext uri="{FF2B5EF4-FFF2-40B4-BE49-F238E27FC236}">
                <a16:creationId xmlns:a16="http://schemas.microsoft.com/office/drawing/2014/main" id="{4403EC31-4943-4A03-B234-1D4D16C4A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7" name="Google Shape;197;p25">
            <a:extLst xmlns:a="http://schemas.openxmlformats.org/drawingml/2006/main">
              <a:ext uri="{FF2B5EF4-FFF2-40B4-BE49-F238E27FC236}">
                <a16:creationId xmlns:a16="http://schemas.microsoft.com/office/drawing/2014/main" id="{C4F32551-664D-4103-8E37-1AA9F4ED0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2360150"/>
            <a:ext cx="2380800" cy="151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8" name="Google Shape;198;p25">
            <a:extLst xmlns:a="http://schemas.openxmlformats.org/drawingml/2006/main">
              <a:ext uri="{FF2B5EF4-FFF2-40B4-BE49-F238E27FC236}">
                <a16:creationId xmlns:a16="http://schemas.microsoft.com/office/drawing/2014/main" id="{A64AB24C-E124-4F05-9323-CE6E9EC070C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381599" y="2360150"/>
            <a:ext cx="2380800" cy="151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9" name="Google Shape;199;p25">
            <a:extLst xmlns:a="http://schemas.openxmlformats.org/drawingml/2006/main">
              <a:ext uri="{FF2B5EF4-FFF2-40B4-BE49-F238E27FC236}">
                <a16:creationId xmlns:a16="http://schemas.microsoft.com/office/drawing/2014/main" id="{9A5B3D37-D0CB-42E1-B58C-F191AB80BAA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043197" y="2360150"/>
            <a:ext cx="2380800" cy="151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0" name="Google Shape;200;p25">
            <a:extLst xmlns:a="http://schemas.openxmlformats.org/drawingml/2006/main">
              <a:ext uri="{FF2B5EF4-FFF2-40B4-BE49-F238E27FC236}">
                <a16:creationId xmlns:a16="http://schemas.microsoft.com/office/drawing/2014/main" id="{B412BFE3-65BA-48C3-AF24-8A8FB91AA72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0000" y="1858200"/>
            <a:ext cx="23808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01" name="Google Shape;201;p25">
            <a:extLst xmlns:a="http://schemas.openxmlformats.org/drawingml/2006/main">
              <a:ext uri="{FF2B5EF4-FFF2-40B4-BE49-F238E27FC236}">
                <a16:creationId xmlns:a16="http://schemas.microsoft.com/office/drawing/2014/main" id="{D1796EF4-2544-4951-8506-9519DD0A318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381599" y="1858200"/>
            <a:ext cx="23808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02" name="Google Shape;202;p25">
            <a:extLst xmlns:a="http://schemas.openxmlformats.org/drawingml/2006/main">
              <a:ext uri="{FF2B5EF4-FFF2-40B4-BE49-F238E27FC236}">
                <a16:creationId xmlns:a16="http://schemas.microsoft.com/office/drawing/2014/main" id="{A4EE2BD1-AEAA-4734-8AEB-43411DC56B4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43197" y="1858200"/>
            <a:ext cx="23808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SemiBold"/>
              <a:buNone/>
              <a:defRPr sz="24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269" name="Google Shape;203;p25"/>
          <p:cNvCxnSpPr/>
          <p:nvPr/>
        </p:nvCxnSpPr>
        <p:spPr>
          <a:xfrm xmlns:a="http://schemas.openxmlformats.org/drawingml/2006/main" rot="10800000">
            <a:off x="-97425" y="4570799"/>
            <a:ext cx="945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05;p25"/>
          <p:cNvCxnSpPr/>
          <p:nvPr/>
        </p:nvCxnSpPr>
        <p:spPr>
          <a:xfrm xmlns:a="http://schemas.openxmlformats.org/drawingml/2006/main" rot="0" flipH="0" flipV="0">
            <a:off x="555273" y="4579792"/>
            <a:ext cx="0" cy="11188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06;p25"/>
          <p:cNvCxnSpPr/>
          <p:nvPr/>
        </p:nvCxnSpPr>
        <p:spPr>
          <a:xfrm xmlns:a="http://schemas.openxmlformats.org/drawingml/2006/main" rot="0" flipH="1" flipV="0">
            <a:off x="159724" y="4743649"/>
            <a:ext cx="791135" cy="79113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07;p25"/>
          <p:cNvCxnSpPr/>
          <p:nvPr/>
        </p:nvCxnSpPr>
        <p:spPr>
          <a:xfrm xmlns:a="http://schemas.openxmlformats.org/drawingml/2006/main" rot="10800000" flipH="0" flipV="0">
            <a:off x="159724" y="4743686"/>
            <a:ext cx="791135" cy="79113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08;p25"/>
          <p:cNvCxnSpPr/>
          <p:nvPr/>
        </p:nvCxnSpPr>
        <p:spPr>
          <a:xfrm xmlns:a="http://schemas.openxmlformats.org/drawingml/2006/main" rot="0" flipH="0" flipV="0">
            <a:off x="-4169" y="5139235"/>
            <a:ext cx="111888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09;p25"/>
          <p:cNvCxnSpPr/>
          <p:nvPr/>
        </p:nvCxnSpPr>
        <p:spPr>
          <a:xfrm xmlns:a="http://schemas.openxmlformats.org/drawingml/2006/main" rot="10800000">
            <a:off x="1114539" y="4570811"/>
            <a:ext cx="0" cy="600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5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Google Shape;211;p26">
            <a:extLst xmlns:a="http://schemas.openxmlformats.org/drawingml/2006/main">
              <a:ext uri="{FF2B5EF4-FFF2-40B4-BE49-F238E27FC236}">
                <a16:creationId xmlns:a16="http://schemas.microsoft.com/office/drawing/2014/main" id="{93532D2A-7C0D-4203-879B-89A75B849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2" name="Google Shape;212;p26">
            <a:extLst xmlns:a="http://schemas.openxmlformats.org/drawingml/2006/main">
              <a:ext uri="{FF2B5EF4-FFF2-40B4-BE49-F238E27FC236}">
                <a16:creationId xmlns:a16="http://schemas.microsoft.com/office/drawing/2014/main" id="{D8C46ED7-B34B-4F58-8283-6DB80AE38B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988525"/>
            <a:ext cx="3104100" cy="95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3" name="Google Shape;213;p26">
            <a:extLst xmlns:a="http://schemas.openxmlformats.org/drawingml/2006/main">
              <a:ext uri="{FF2B5EF4-FFF2-40B4-BE49-F238E27FC236}">
                <a16:creationId xmlns:a16="http://schemas.microsoft.com/office/drawing/2014/main" id="{464E4789-5F70-493F-AD13-A572C0E0C37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945474" y="1988525"/>
            <a:ext cx="3104100" cy="95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4" name="Google Shape;214;p26">
            <a:extLst xmlns:a="http://schemas.openxmlformats.org/drawingml/2006/main">
              <a:ext uri="{FF2B5EF4-FFF2-40B4-BE49-F238E27FC236}">
                <a16:creationId xmlns:a16="http://schemas.microsoft.com/office/drawing/2014/main" id="{22C7A40B-A3C7-4010-846D-25476E91320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649100"/>
            <a:ext cx="3104100" cy="95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5" name="Google Shape;215;p26">
            <a:extLst xmlns:a="http://schemas.openxmlformats.org/drawingml/2006/main">
              <a:ext uri="{FF2B5EF4-FFF2-40B4-BE49-F238E27FC236}">
                <a16:creationId xmlns:a16="http://schemas.microsoft.com/office/drawing/2014/main" id="{40C9675C-2892-4501-A189-E02614BE52B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45474" y="3649100"/>
            <a:ext cx="3104100" cy="95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6" name="Google Shape;216;p26">
            <a:extLst xmlns:a="http://schemas.openxmlformats.org/drawingml/2006/main">
              <a:ext uri="{FF2B5EF4-FFF2-40B4-BE49-F238E27FC236}">
                <a16:creationId xmlns:a16="http://schemas.microsoft.com/office/drawing/2014/main" id="{5F3878BE-857F-47DA-93B4-14F10A67CFF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542775"/>
            <a:ext cx="31041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17" name="Google Shape;217;p26">
            <a:extLst xmlns:a="http://schemas.openxmlformats.org/drawingml/2006/main">
              <a:ext uri="{FF2B5EF4-FFF2-40B4-BE49-F238E27FC236}">
                <a16:creationId xmlns:a16="http://schemas.microsoft.com/office/drawing/2014/main" id="{68F2D776-607F-4F04-9C35-9141BE71FD3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203425"/>
            <a:ext cx="31041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18" name="Google Shape;218;p26">
            <a:extLst xmlns:a="http://schemas.openxmlformats.org/drawingml/2006/main">
              <a:ext uri="{FF2B5EF4-FFF2-40B4-BE49-F238E27FC236}">
                <a16:creationId xmlns:a16="http://schemas.microsoft.com/office/drawing/2014/main" id="{BB3C1B48-E848-4052-B16A-EDE02BB8746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945444" y="1542775"/>
            <a:ext cx="31041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19" name="Google Shape;219;p26">
            <a:extLst xmlns:a="http://schemas.openxmlformats.org/drawingml/2006/main">
              <a:ext uri="{FF2B5EF4-FFF2-40B4-BE49-F238E27FC236}">
                <a16:creationId xmlns:a16="http://schemas.microsoft.com/office/drawing/2014/main" id="{D58463B7-8A1D-42F1-BF27-9ACC89142F90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945444" y="3203425"/>
            <a:ext cx="3104100" cy="4572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301" name="Google Shape;220;p26"/>
          <p:cNvCxnSpPr/>
          <p:nvPr/>
        </p:nvCxnSpPr>
        <p:spPr>
          <a:xfrm xmlns:a="http://schemas.openxmlformats.org/drawingml/2006/main" rot="10800000">
            <a:off x="8430775" y="-89100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222;p26"/>
          <p:cNvCxnSpPr/>
          <p:nvPr/>
        </p:nvCxnSpPr>
        <p:spPr>
          <a:xfrm xmlns:a="http://schemas.openxmlformats.org/drawingml/2006/main" rot="0" flipH="1" flipV="0">
            <a:off x="8220909" y="4437153"/>
            <a:ext cx="0" cy="706351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223;p26"/>
          <p:cNvCxnSpPr/>
          <p:nvPr/>
        </p:nvCxnSpPr>
        <p:spPr>
          <a:xfrm xmlns:a="http://schemas.openxmlformats.org/drawingml/2006/main" rot="0" flipH="0" flipV="0">
            <a:off x="8470619" y="4540596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224;p26"/>
          <p:cNvCxnSpPr/>
          <p:nvPr/>
        </p:nvCxnSpPr>
        <p:spPr>
          <a:xfrm xmlns:a="http://schemas.openxmlformats.org/drawingml/2006/main" rot="10800000" flipH="1" flipV="0">
            <a:off x="8470619" y="4540619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225;p26"/>
          <p:cNvCxnSpPr/>
          <p:nvPr/>
        </p:nvCxnSpPr>
        <p:spPr>
          <a:xfrm xmlns:a="http://schemas.openxmlformats.org/drawingml/2006/main" rot="0" flipH="1" flipV="0">
            <a:off x="8574084" y="4790329"/>
            <a:ext cx="70635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226;p26"/>
          <p:cNvCxnSpPr/>
          <p:nvPr/>
        </p:nvCxnSpPr>
        <p:spPr>
          <a:xfrm xmlns:a="http://schemas.openxmlformats.org/drawingml/2006/main">
            <a:off x="8437550" y="4437150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227;p26"/>
          <p:cNvCxnSpPr/>
          <p:nvPr/>
        </p:nvCxnSpPr>
        <p:spPr>
          <a:xfrm xmlns:a="http://schemas.openxmlformats.org/drawingml/2006/main">
            <a:off x="8437550" y="300100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6.xml><?xml version="1.0" encoding="utf-8"?>
<p:sldLayout xmlns:p="http://schemas.openxmlformats.org/presentationml/2006/main" matchingName="Title and six columns">
  <p:cSld name="CUSTOM_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Google Shape;229;p27">
            <a:extLst xmlns:a="http://schemas.openxmlformats.org/drawingml/2006/main">
              <a:ext uri="{FF2B5EF4-FFF2-40B4-BE49-F238E27FC236}">
                <a16:creationId xmlns:a16="http://schemas.microsoft.com/office/drawing/2014/main" id="{FD11DC0A-8453-433F-AA4C-20F309204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0" name="Google Shape;230;p27">
            <a:extLst xmlns:a="http://schemas.openxmlformats.org/drawingml/2006/main">
              <a:ext uri="{FF2B5EF4-FFF2-40B4-BE49-F238E27FC236}">
                <a16:creationId xmlns:a16="http://schemas.microsoft.com/office/drawing/2014/main" id="{2E3C2190-778B-49EB-8C93-A8451824E7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26901"/>
            <a:ext cx="22254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1" name="Google Shape;231;p27">
            <a:extLst xmlns:a="http://schemas.openxmlformats.org/drawingml/2006/main">
              <a:ext uri="{FF2B5EF4-FFF2-40B4-BE49-F238E27FC236}">
                <a16:creationId xmlns:a16="http://schemas.microsoft.com/office/drawing/2014/main" id="{D99BEC86-A763-4015-8FC8-1E4F61B1E91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59312" y="1826901"/>
            <a:ext cx="22254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2" name="Google Shape;232;p27">
            <a:extLst xmlns:a="http://schemas.openxmlformats.org/drawingml/2006/main">
              <a:ext uri="{FF2B5EF4-FFF2-40B4-BE49-F238E27FC236}">
                <a16:creationId xmlns:a16="http://schemas.microsoft.com/office/drawing/2014/main" id="{B1F3C432-EC78-41CB-845A-E8F4F502ED3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81000"/>
            <a:ext cx="22254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3" name="Google Shape;233;p27">
            <a:extLst xmlns:a="http://schemas.openxmlformats.org/drawingml/2006/main">
              <a:ext uri="{FF2B5EF4-FFF2-40B4-BE49-F238E27FC236}">
                <a16:creationId xmlns:a16="http://schemas.microsoft.com/office/drawing/2014/main" id="{CF8E1E14-085F-4F4F-83FD-70A001E7DFF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459312" y="3481000"/>
            <a:ext cx="22254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4" name="Google Shape;234;p27">
            <a:extLst xmlns:a="http://schemas.openxmlformats.org/drawingml/2006/main">
              <a:ext uri="{FF2B5EF4-FFF2-40B4-BE49-F238E27FC236}">
                <a16:creationId xmlns:a16="http://schemas.microsoft.com/office/drawing/2014/main" id="{ECC8E5B0-12C0-476A-B4F4-EBA75C9FAAF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98620" y="1826901"/>
            <a:ext cx="22254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5" name="Google Shape;235;p27">
            <a:extLst xmlns:a="http://schemas.openxmlformats.org/drawingml/2006/main">
              <a:ext uri="{FF2B5EF4-FFF2-40B4-BE49-F238E27FC236}">
                <a16:creationId xmlns:a16="http://schemas.microsoft.com/office/drawing/2014/main" id="{1FAD78A9-DE08-4F96-BD43-1B9CF75A23E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98620" y="3481000"/>
            <a:ext cx="22254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6" name="Google Shape;236;p27">
            <a:extLst xmlns:a="http://schemas.openxmlformats.org/drawingml/2006/main">
              <a:ext uri="{FF2B5EF4-FFF2-40B4-BE49-F238E27FC236}">
                <a16:creationId xmlns:a16="http://schemas.microsoft.com/office/drawing/2014/main" id="{AF3508EA-D6B2-4F5C-920E-EEAABF4A6887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24376" y="1453000"/>
            <a:ext cx="2216700" cy="4116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37" name="Google Shape;237;p27">
            <a:extLst xmlns:a="http://schemas.openxmlformats.org/drawingml/2006/main">
              <a:ext uri="{FF2B5EF4-FFF2-40B4-BE49-F238E27FC236}">
                <a16:creationId xmlns:a16="http://schemas.microsoft.com/office/drawing/2014/main" id="{5FF737E4-E734-425B-BDF9-9BCE27AF162B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63684" y="1453000"/>
            <a:ext cx="2216700" cy="4116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38" name="Google Shape;238;p27">
            <a:extLst xmlns:a="http://schemas.openxmlformats.org/drawingml/2006/main">
              <a:ext uri="{FF2B5EF4-FFF2-40B4-BE49-F238E27FC236}">
                <a16:creationId xmlns:a16="http://schemas.microsoft.com/office/drawing/2014/main" id="{BA73B1B8-E357-4D7F-8BF6-EC97829A703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202988" y="1453000"/>
            <a:ext cx="2216700" cy="4116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39" name="Google Shape;239;p27">
            <a:extLst xmlns:a="http://schemas.openxmlformats.org/drawingml/2006/main">
              <a:ext uri="{FF2B5EF4-FFF2-40B4-BE49-F238E27FC236}">
                <a16:creationId xmlns:a16="http://schemas.microsoft.com/office/drawing/2014/main" id="{C0F491C6-AEC2-4747-B8BB-3D2DFB6591E1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24376" y="3103898"/>
            <a:ext cx="2216700" cy="4116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0" name="Google Shape;240;p27">
            <a:extLst xmlns:a="http://schemas.openxmlformats.org/drawingml/2006/main">
              <a:ext uri="{FF2B5EF4-FFF2-40B4-BE49-F238E27FC236}">
                <a16:creationId xmlns:a16="http://schemas.microsoft.com/office/drawing/2014/main" id="{746F8DC6-C747-4AB0-B40E-837623BAAC44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63684" y="3103898"/>
            <a:ext cx="2216700" cy="4116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1" name="Google Shape;241;p27">
            <a:extLst xmlns:a="http://schemas.openxmlformats.org/drawingml/2006/main">
              <a:ext uri="{FF2B5EF4-FFF2-40B4-BE49-F238E27FC236}">
                <a16:creationId xmlns:a16="http://schemas.microsoft.com/office/drawing/2014/main" id="{F0721364-AFF6-4A77-A32D-B684B1FA7834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202988" y="3103898"/>
            <a:ext cx="2216700" cy="4116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SemiBold"/>
              <a:buNone/>
              <a:defRPr sz="2000"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2" name="Google Shape;242;p27">
            <a:extLst xmlns:a="http://schemas.openxmlformats.org/drawingml/2006/main">
              <a:ext uri="{FF2B5EF4-FFF2-40B4-BE49-F238E27FC236}">
                <a16:creationId xmlns:a16="http://schemas.microsoft.com/office/drawing/2014/main" id="{5FB520A4-61E5-44FA-AE74-9E1276EE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" y="5300"/>
            <a:ext cx="446400" cy="44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3" name="Google Shape;243;p27"/>
          <p:cNvCxnSpPr/>
          <p:nvPr/>
        </p:nvCxnSpPr>
        <p:spPr>
          <a:xfrm xmlns:a="http://schemas.openxmlformats.org/drawingml/2006/main">
            <a:off x="395097" y="451099"/>
            <a:ext cx="88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244;p27"/>
          <p:cNvCxnSpPr/>
          <p:nvPr/>
        </p:nvCxnSpPr>
        <p:spPr>
          <a:xfrm xmlns:a="http://schemas.openxmlformats.org/drawingml/2006/main">
            <a:off x="450725" y="304700"/>
            <a:ext cx="0" cy="4936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7.xml><?xml version="1.0" encoding="utf-8"?>
<p:sldLayout xmlns:p="http://schemas.openxmlformats.org/presentationml/2006/main" matchingName="Numbers and text">
  <p:cSld name="CUSTOM_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Google Shape;246;p28">
            <a:extLst xmlns:a="http://schemas.openxmlformats.org/drawingml/2006/main">
              <a:ext uri="{FF2B5EF4-FFF2-40B4-BE49-F238E27FC236}">
                <a16:creationId xmlns:a16="http://schemas.microsoft.com/office/drawing/2014/main" id="{4A16C568-A994-4B53-BE40-C4D4B0BA3B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555400" y="726026"/>
            <a:ext cx="4696800" cy="768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5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47" name="Google Shape;247;p28">
            <a:extLst xmlns:a="http://schemas.openxmlformats.org/drawingml/2006/main">
              <a:ext uri="{FF2B5EF4-FFF2-40B4-BE49-F238E27FC236}">
                <a16:creationId xmlns:a16="http://schemas.microsoft.com/office/drawing/2014/main" id="{C4BCC8FB-C653-4C99-8FB3-45C352C7D2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55400" y="1300676"/>
            <a:ext cx="4696800" cy="59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8" name="Google Shape;248;p28">
            <a:extLst xmlns:a="http://schemas.openxmlformats.org/drawingml/2006/main">
              <a:ext uri="{FF2B5EF4-FFF2-40B4-BE49-F238E27FC236}">
                <a16:creationId xmlns:a16="http://schemas.microsoft.com/office/drawing/2014/main" id="{50A267FC-A5FD-4B48-92D9-48003F867795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2555400" y="1925882"/>
            <a:ext cx="4696800" cy="768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5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49" name="Google Shape;249;p28">
            <a:extLst xmlns:a="http://schemas.openxmlformats.org/drawingml/2006/main">
              <a:ext uri="{FF2B5EF4-FFF2-40B4-BE49-F238E27FC236}">
                <a16:creationId xmlns:a16="http://schemas.microsoft.com/office/drawing/2014/main" id="{09840261-C0FB-45AD-B9A4-0770722A22C5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555400" y="2500532"/>
            <a:ext cx="4696800" cy="59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50" name="Google Shape;250;p28">
            <a:extLst xmlns:a="http://schemas.openxmlformats.org/drawingml/2006/main">
              <a:ext uri="{FF2B5EF4-FFF2-40B4-BE49-F238E27FC236}">
                <a16:creationId xmlns:a16="http://schemas.microsoft.com/office/drawing/2014/main" id="{E203CF0D-EAE6-4671-831C-798C9F6B0D93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2555400" y="3125738"/>
            <a:ext cx="4696800" cy="768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5000">
                <a:solidFill>
                  <a:schemeClr val="accent1"/>
                </a:solidFill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51" name="Google Shape;251;p28">
            <a:extLst xmlns:a="http://schemas.openxmlformats.org/drawingml/2006/main">
              <a:ext uri="{FF2B5EF4-FFF2-40B4-BE49-F238E27FC236}">
                <a16:creationId xmlns:a16="http://schemas.microsoft.com/office/drawing/2014/main" id="{C90DF5E3-9FD8-475F-8AF6-A1BF7E162F1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555400" y="3700388"/>
            <a:ext cx="4696800" cy="59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Numbers and text 1">
  <p:cSld name="CUSTOM_8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29">
            <a:extLst xmlns:a="http://schemas.openxmlformats.org/drawingml/2006/main">
              <a:ext uri="{FF2B5EF4-FFF2-40B4-BE49-F238E27FC236}">
                <a16:creationId xmlns:a16="http://schemas.microsoft.com/office/drawing/2014/main" id="{D78A2D28-7D47-4312-9C36-BF985197652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17375" y="1947788"/>
            <a:ext cx="9876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2500"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54" name="Google Shape;254;p29">
            <a:extLst xmlns:a="http://schemas.openxmlformats.org/drawingml/2006/main">
              <a:ext uri="{FF2B5EF4-FFF2-40B4-BE49-F238E27FC236}">
                <a16:creationId xmlns:a16="http://schemas.microsoft.com/office/drawing/2014/main" id="{171AA7B4-3EE9-4B31-8EF3-397FA35F95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73775" y="2101700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55" name="Google Shape;255;p29">
            <a:extLst xmlns:a="http://schemas.openxmlformats.org/drawingml/2006/main">
              <a:ext uri="{FF2B5EF4-FFF2-40B4-BE49-F238E27FC236}">
                <a16:creationId xmlns:a16="http://schemas.microsoft.com/office/drawing/2014/main" id="{6698616A-97FB-4222-81D5-C3EFCD86DB4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073775" y="1604675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56" name="Google Shape;256;p29">
            <a:extLst xmlns:a="http://schemas.openxmlformats.org/drawingml/2006/main">
              <a:ext uri="{FF2B5EF4-FFF2-40B4-BE49-F238E27FC236}">
                <a16:creationId xmlns:a16="http://schemas.microsoft.com/office/drawing/2014/main" id="{9825BE1D-640B-4635-BA0B-E763C395BE8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7" name="Google Shape;257;p29">
            <a:extLst xmlns:a="http://schemas.openxmlformats.org/drawingml/2006/main">
              <a:ext uri="{FF2B5EF4-FFF2-40B4-BE49-F238E27FC236}">
                <a16:creationId xmlns:a16="http://schemas.microsoft.com/office/drawing/2014/main" id="{4BA861CB-A497-4659-BC1E-2BF7CCEB4C34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817375" y="3547988"/>
            <a:ext cx="9876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2500"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58" name="Google Shape;258;p29">
            <a:extLst xmlns:a="http://schemas.openxmlformats.org/drawingml/2006/main">
              <a:ext uri="{FF2B5EF4-FFF2-40B4-BE49-F238E27FC236}">
                <a16:creationId xmlns:a16="http://schemas.microsoft.com/office/drawing/2014/main" id="{B552002B-9467-4CE8-A890-1D54B7ACAB0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073775" y="3701900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59" name="Google Shape;259;p29">
            <a:extLst xmlns:a="http://schemas.openxmlformats.org/drawingml/2006/main">
              <a:ext uri="{FF2B5EF4-FFF2-40B4-BE49-F238E27FC236}">
                <a16:creationId xmlns:a16="http://schemas.microsoft.com/office/drawing/2014/main" id="{61457173-4A9E-466C-A61D-8BB62569728F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2073775" y="3204875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0" name="Google Shape;260;p29">
            <a:extLst xmlns:a="http://schemas.openxmlformats.org/drawingml/2006/main">
              <a:ext uri="{FF2B5EF4-FFF2-40B4-BE49-F238E27FC236}">
                <a16:creationId xmlns:a16="http://schemas.microsoft.com/office/drawing/2014/main" id="{97843041-750C-4BAC-B6D6-E6AFA2A9424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855975" y="1947788"/>
            <a:ext cx="9876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2500"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61" name="Google Shape;261;p29">
            <a:extLst xmlns:a="http://schemas.openxmlformats.org/drawingml/2006/main">
              <a:ext uri="{FF2B5EF4-FFF2-40B4-BE49-F238E27FC236}">
                <a16:creationId xmlns:a16="http://schemas.microsoft.com/office/drawing/2014/main" id="{16014D70-CDB7-4E0E-AA98-F87B299A83E4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112375" y="2101700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62" name="Google Shape;262;p29">
            <a:extLst xmlns:a="http://schemas.openxmlformats.org/drawingml/2006/main">
              <a:ext uri="{FF2B5EF4-FFF2-40B4-BE49-F238E27FC236}">
                <a16:creationId xmlns:a16="http://schemas.microsoft.com/office/drawing/2014/main" id="{3CE96BDC-62EB-4D81-A53B-17BD54F23495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12375" y="1604675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3" name="Google Shape;263;p29">
            <a:extLst xmlns:a="http://schemas.openxmlformats.org/drawingml/2006/main">
              <a:ext uri="{FF2B5EF4-FFF2-40B4-BE49-F238E27FC236}">
                <a16:creationId xmlns:a16="http://schemas.microsoft.com/office/drawing/2014/main" id="{39300B7B-ECE4-40DB-B423-0EDBAB11FA19}"/>
              </a:ext>
            </a:extLst>
          </p:cNvPr>
          <p:cNvSpPr>
            <a:spLocks xmlns:a="http://schemas.openxmlformats.org/drawingml/2006/main" noGrp="1"/>
          </p:cNvSpPr>
          <p:nvPr>
            <p:ph type="title" idx="13" hasCustomPrompt="1"/>
          </p:nvPr>
        </p:nvSpPr>
        <p:spPr>
          <a:xfrm xmlns:a="http://schemas.openxmlformats.org/drawingml/2006/main">
            <a:off x="4855975" y="3547988"/>
            <a:ext cx="9876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2500"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64" name="Google Shape;264;p29">
            <a:extLst xmlns:a="http://schemas.openxmlformats.org/drawingml/2006/main">
              <a:ext uri="{FF2B5EF4-FFF2-40B4-BE49-F238E27FC236}">
                <a16:creationId xmlns:a16="http://schemas.microsoft.com/office/drawing/2014/main" id="{C444D480-BA0B-4FB8-BFD0-FAB978CBF4C9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6112375" y="3701900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65" name="Google Shape;265;p29">
            <a:extLst xmlns:a="http://schemas.openxmlformats.org/drawingml/2006/main">
              <a:ext uri="{FF2B5EF4-FFF2-40B4-BE49-F238E27FC236}">
                <a16:creationId xmlns:a16="http://schemas.microsoft.com/office/drawing/2014/main" id="{9BAA34DE-5529-4B9A-A883-E71FBEC8195A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12375" y="3204875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6" name="Google Shape;266;p29">
            <a:extLst xmlns:a="http://schemas.openxmlformats.org/drawingml/2006/main">
              <a:ext uri="{FF2B5EF4-FFF2-40B4-BE49-F238E27FC236}">
                <a16:creationId xmlns:a16="http://schemas.microsoft.com/office/drawing/2014/main" id="{30F644CC-644B-4E34-AB42-7BE08AE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" y="5300"/>
            <a:ext cx="446400" cy="44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7" name="Google Shape;267;p29"/>
          <p:cNvCxnSpPr/>
          <p:nvPr/>
        </p:nvCxnSpPr>
        <p:spPr>
          <a:xfrm xmlns:a="http://schemas.openxmlformats.org/drawingml/2006/main">
            <a:off x="395097" y="451099"/>
            <a:ext cx="88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268;p29"/>
          <p:cNvCxnSpPr/>
          <p:nvPr/>
        </p:nvCxnSpPr>
        <p:spPr>
          <a:xfrm xmlns:a="http://schemas.openxmlformats.org/drawingml/2006/main">
            <a:off x="450725" y="304700"/>
            <a:ext cx="0" cy="4936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29.xml><?xml version="1.0" encoding="utf-8"?>
<p:sldLayout xmlns:p="http://schemas.openxmlformats.org/presentationml/2006/main" matchingName="Numbers and text 2">
  <p:cSld name="CUSTOM_8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Google Shape;270;p30">
            <a:extLst xmlns:a="http://schemas.openxmlformats.org/drawingml/2006/main">
              <a:ext uri="{FF2B5EF4-FFF2-40B4-BE49-F238E27FC236}">
                <a16:creationId xmlns:a16="http://schemas.microsoft.com/office/drawing/2014/main" id="{40C65637-CD41-4227-A5C0-081DD19289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654899" y="1773539"/>
            <a:ext cx="819300" cy="52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2300"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71" name="Google Shape;271;p30">
            <a:extLst xmlns:a="http://schemas.openxmlformats.org/drawingml/2006/main">
              <a:ext uri="{FF2B5EF4-FFF2-40B4-BE49-F238E27FC236}">
                <a16:creationId xmlns:a16="http://schemas.microsoft.com/office/drawing/2014/main" id="{E9EAB553-411E-417D-BEE2-B63B9C0550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02175" y="2083872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72" name="Google Shape;272;p30">
            <a:extLst xmlns:a="http://schemas.openxmlformats.org/drawingml/2006/main">
              <a:ext uri="{FF2B5EF4-FFF2-40B4-BE49-F238E27FC236}">
                <a16:creationId xmlns:a16="http://schemas.microsoft.com/office/drawing/2014/main" id="{099EAC0A-9769-4434-9C73-3241A9BF8F1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02175" y="1586847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73" name="Google Shape;273;p30">
            <a:extLst xmlns:a="http://schemas.openxmlformats.org/drawingml/2006/main">
              <a:ext uri="{FF2B5EF4-FFF2-40B4-BE49-F238E27FC236}">
                <a16:creationId xmlns:a16="http://schemas.microsoft.com/office/drawing/2014/main" id="{EA8DAB90-E2B4-468E-AB16-558A66384A5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4" name="Google Shape;274;p30">
            <a:extLst xmlns:a="http://schemas.openxmlformats.org/drawingml/2006/main">
              <a:ext uri="{FF2B5EF4-FFF2-40B4-BE49-F238E27FC236}">
                <a16:creationId xmlns:a16="http://schemas.microsoft.com/office/drawing/2014/main" id="{F3CB1825-19E0-4F29-BE34-F0C9CE287D9B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408175" y="2786007"/>
            <a:ext cx="987600" cy="63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75" name="Google Shape;275;p30">
            <a:extLst xmlns:a="http://schemas.openxmlformats.org/drawingml/2006/main">
              <a:ext uri="{FF2B5EF4-FFF2-40B4-BE49-F238E27FC236}">
                <a16:creationId xmlns:a16="http://schemas.microsoft.com/office/drawing/2014/main" id="{6E6AF0D2-8079-4B31-9ED9-60FA06ECC8D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02175" y="3473300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76" name="Google Shape;276;p30">
            <a:extLst xmlns:a="http://schemas.openxmlformats.org/drawingml/2006/main">
              <a:ext uri="{FF2B5EF4-FFF2-40B4-BE49-F238E27FC236}">
                <a16:creationId xmlns:a16="http://schemas.microsoft.com/office/drawing/2014/main" id="{60F48C0C-5CDC-4CF6-9D45-D64B441299E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02175" y="2976275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77" name="Google Shape;277;p30">
            <a:extLst xmlns:a="http://schemas.openxmlformats.org/drawingml/2006/main">
              <a:ext uri="{FF2B5EF4-FFF2-40B4-BE49-F238E27FC236}">
                <a16:creationId xmlns:a16="http://schemas.microsoft.com/office/drawing/2014/main" id="{FFC3EBA1-27D0-45AA-ACA6-3A97B9A2F623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581900" y="1946075"/>
            <a:ext cx="1301700" cy="750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3600"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78" name="Google Shape;278;p30">
            <a:extLst xmlns:a="http://schemas.openxmlformats.org/drawingml/2006/main">
              <a:ext uri="{FF2B5EF4-FFF2-40B4-BE49-F238E27FC236}">
                <a16:creationId xmlns:a16="http://schemas.microsoft.com/office/drawing/2014/main" id="{9B53979B-26CB-4E3A-AE75-CC19C9015972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112375" y="2083872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79" name="Google Shape;279;p30">
            <a:extLst xmlns:a="http://schemas.openxmlformats.org/drawingml/2006/main">
              <a:ext uri="{FF2B5EF4-FFF2-40B4-BE49-F238E27FC236}">
                <a16:creationId xmlns:a16="http://schemas.microsoft.com/office/drawing/2014/main" id="{28750909-BCAB-4EB8-9B7F-322CECC0C958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12375" y="1586847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80" name="Google Shape;280;p30">
            <a:extLst xmlns:a="http://schemas.openxmlformats.org/drawingml/2006/main">
              <a:ext uri="{FF2B5EF4-FFF2-40B4-BE49-F238E27FC236}">
                <a16:creationId xmlns:a16="http://schemas.microsoft.com/office/drawing/2014/main" id="{7614728A-05D4-4B9A-B1BE-0E759A9FE4E9}"/>
              </a:ext>
            </a:extLst>
          </p:cNvPr>
          <p:cNvSpPr>
            <a:spLocks xmlns:a="http://schemas.openxmlformats.org/drawingml/2006/main" noGrp="1"/>
          </p:cNvSpPr>
          <p:nvPr>
            <p:ph type="title" idx="13" hasCustomPrompt="1"/>
          </p:nvPr>
        </p:nvSpPr>
        <p:spPr>
          <a:xfrm xmlns:a="http://schemas.openxmlformats.org/drawingml/2006/main">
            <a:off x="4512375" y="3085350"/>
            <a:ext cx="572700" cy="40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1800">
                <a:latin typeface="Poppins Light"/>
                <a:ea typeface="Poppins Light"/>
                <a:cs typeface="Poppins Light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 Light"/>
              <a:buNone/>
              <a:defRPr sz="6000">
                <a:solidFill>
                  <a:schemeClr val="lt1"/>
                </a:solidFill>
                <a:latin typeface="Poppins Light"/>
                <a:ea typeface="Poppins Light"/>
                <a:cs typeface="Poppins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81" name="Google Shape;281;p30">
            <a:extLst xmlns:a="http://schemas.openxmlformats.org/drawingml/2006/main">
              <a:ext uri="{FF2B5EF4-FFF2-40B4-BE49-F238E27FC236}">
                <a16:creationId xmlns:a16="http://schemas.microsoft.com/office/drawing/2014/main" id="{6CE49824-A6CC-40A2-B528-342F015A5E0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6112375" y="3473300"/>
            <a:ext cx="2173200" cy="7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282" name="Google Shape;282;p30">
            <a:extLst xmlns:a="http://schemas.openxmlformats.org/drawingml/2006/main">
              <a:ext uri="{FF2B5EF4-FFF2-40B4-BE49-F238E27FC236}">
                <a16:creationId xmlns:a16="http://schemas.microsoft.com/office/drawing/2014/main" id="{98C527BA-B5AF-4F5A-9DFC-E63667B42DA5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12375" y="2976275"/>
            <a:ext cx="2173200" cy="455400"/>
          </a:xfrm>
          <a:prstGeom xmlns:a="http://schemas.openxmlformats.org/drawingml/2006/main" prst="rect">
            <a:avLst/>
          </a:prstGeom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SemiBold"/>
              <a:buNone/>
              <a:defRPr sz="24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379" name="Google Shape;283;p30"/>
          <p:cNvCxnSpPr/>
          <p:nvPr/>
        </p:nvCxnSpPr>
        <p:spPr>
          <a:xfrm xmlns:a="http://schemas.openxmlformats.org/drawingml/2006/main" rot="10800000">
            <a:off x="-97425" y="4570799"/>
            <a:ext cx="945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285;p30"/>
          <p:cNvCxnSpPr/>
          <p:nvPr/>
        </p:nvCxnSpPr>
        <p:spPr>
          <a:xfrm xmlns:a="http://schemas.openxmlformats.org/drawingml/2006/main" rot="0" flipH="0" flipV="0">
            <a:off x="555273" y="4579792"/>
            <a:ext cx="0" cy="11188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286;p30"/>
          <p:cNvCxnSpPr/>
          <p:nvPr/>
        </p:nvCxnSpPr>
        <p:spPr>
          <a:xfrm xmlns:a="http://schemas.openxmlformats.org/drawingml/2006/main" rot="0" flipH="1" flipV="0">
            <a:off x="159724" y="4743649"/>
            <a:ext cx="791135" cy="79113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" name="Google Shape;287;p30"/>
          <p:cNvCxnSpPr/>
          <p:nvPr/>
        </p:nvCxnSpPr>
        <p:spPr>
          <a:xfrm xmlns:a="http://schemas.openxmlformats.org/drawingml/2006/main" rot="10800000" flipH="0" flipV="0">
            <a:off x="159724" y="4743686"/>
            <a:ext cx="791135" cy="79113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3" name="Google Shape;288;p30"/>
          <p:cNvCxnSpPr/>
          <p:nvPr/>
        </p:nvCxnSpPr>
        <p:spPr>
          <a:xfrm xmlns:a="http://schemas.openxmlformats.org/drawingml/2006/main" rot="0" flipH="0" flipV="0">
            <a:off x="-4169" y="5139235"/>
            <a:ext cx="111888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4" name="Google Shape;289;p30"/>
          <p:cNvCxnSpPr/>
          <p:nvPr/>
        </p:nvCxnSpPr>
        <p:spPr>
          <a:xfrm xmlns:a="http://schemas.openxmlformats.org/drawingml/2006/main" rot="10800000">
            <a:off x="1114539" y="4570811"/>
            <a:ext cx="0" cy="600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30.xml><?xml version="1.0" encoding="utf-8"?>
<p:sldLayout xmlns:p="http://schemas.openxmlformats.org/presentationml/2006/main" matchingName="Thanks">
  <p:cSld name="CUSTOM_3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Google Shape;291;p31">
            <a:extLst xmlns:a="http://schemas.openxmlformats.org/drawingml/2006/main">
              <a:ext uri="{FF2B5EF4-FFF2-40B4-BE49-F238E27FC236}">
                <a16:creationId xmlns:a16="http://schemas.microsoft.com/office/drawing/2014/main" id="{B47522D9-E520-42CC-95D0-0EA922B87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4351" y="501950"/>
            <a:ext cx="47397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3000"/>
              <a:buNone/>
              <a:defRPr sz="8600"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2" name="Google Shape;292;p31">
            <a:extLst xmlns:a="http://schemas.openxmlformats.org/drawingml/2006/main">
              <a:ext uri="{FF2B5EF4-FFF2-40B4-BE49-F238E27FC236}">
                <a16:creationId xmlns:a16="http://schemas.microsoft.com/office/drawing/2014/main" id="{061AE440-24A2-4034-9F14-7785C0D747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54350" y="1914300"/>
            <a:ext cx="47397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3" name="Google Shape;293;p31">
            <a:extLst xmlns:a="http://schemas.openxmlformats.org/drawingml/2006/main">
              <a:ext uri="{FF2B5EF4-FFF2-40B4-BE49-F238E27FC236}">
                <a16:creationId xmlns:a16="http://schemas.microsoft.com/office/drawing/2014/main" id="{2DC6504D-2662-4569-8CB6-2D1330C5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50" y="3611950"/>
            <a:ext cx="47175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30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CREDITS: This presentation template was created by </a:t>
            </a:r>
            <a:r>
              <a:rPr sz="10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Slidesgo</a:t>
            </a:r>
            <a:r>
              <a:rPr sz="10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, and includes icons by </a:t>
            </a:r>
            <a:r>
              <a:rPr sz="10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Flaticon</a:t>
            </a:r>
            <a:r>
              <a:rPr sz="10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, and infographics &amp; images by </a:t>
            </a:r>
            <a:r>
              <a:rPr sz="10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Freepik</a:t>
            </a:r>
            <a:r>
              <a:rPr sz="100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 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</a:endParaRPr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1" name="Google Shape;295;p32"/>
          <p:cNvCxnSpPr/>
          <p:nvPr/>
        </p:nvCxnSpPr>
        <p:spPr>
          <a:xfrm xmlns:a="http://schemas.openxmlformats.org/drawingml/2006/main" rot="10800000">
            <a:off x="8430775" y="-89100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297;p32"/>
          <p:cNvCxnSpPr/>
          <p:nvPr/>
        </p:nvCxnSpPr>
        <p:spPr>
          <a:xfrm xmlns:a="http://schemas.openxmlformats.org/drawingml/2006/main" rot="0" flipH="1" flipV="0">
            <a:off x="8220909" y="4437153"/>
            <a:ext cx="0" cy="706351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298;p32"/>
          <p:cNvCxnSpPr/>
          <p:nvPr/>
        </p:nvCxnSpPr>
        <p:spPr>
          <a:xfrm xmlns:a="http://schemas.openxmlformats.org/drawingml/2006/main" rot="0" flipH="0" flipV="0">
            <a:off x="8470619" y="4540596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299;p32"/>
          <p:cNvCxnSpPr/>
          <p:nvPr/>
        </p:nvCxnSpPr>
        <p:spPr>
          <a:xfrm xmlns:a="http://schemas.openxmlformats.org/drawingml/2006/main" rot="10800000" flipH="1" flipV="0">
            <a:off x="8470619" y="4540619"/>
            <a:ext cx="499442" cy="499442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00;p32"/>
          <p:cNvCxnSpPr/>
          <p:nvPr/>
        </p:nvCxnSpPr>
        <p:spPr>
          <a:xfrm xmlns:a="http://schemas.openxmlformats.org/drawingml/2006/main" rot="0" flipH="1" flipV="0">
            <a:off x="8574084" y="4790329"/>
            <a:ext cx="70635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01;p32"/>
          <p:cNvCxnSpPr/>
          <p:nvPr/>
        </p:nvCxnSpPr>
        <p:spPr>
          <a:xfrm xmlns:a="http://schemas.openxmlformats.org/drawingml/2006/main">
            <a:off x="8437550" y="4437150"/>
            <a:ext cx="802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02;p32"/>
          <p:cNvCxnSpPr/>
          <p:nvPr/>
        </p:nvCxnSpPr>
        <p:spPr>
          <a:xfrm xmlns:a="http://schemas.openxmlformats.org/drawingml/2006/main">
            <a:off x="-90800" y="528700"/>
            <a:ext cx="9330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32.xml><?xml version="1.0" encoding="utf-8"?>
<p:sldLayout xmlns:p="http://schemas.openxmlformats.org/presentationml/2006/main" matchingName="Background 1">
  <p:cSld name="CUSTOM_9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5" name="Google Shape;304;p33"/>
          <p:cNvCxnSpPr/>
          <p:nvPr/>
        </p:nvCxnSpPr>
        <p:spPr>
          <a:xfrm xmlns:a="http://schemas.openxmlformats.org/drawingml/2006/main">
            <a:off x="-98000" y="580900"/>
            <a:ext cx="934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05;p33"/>
          <p:cNvCxnSpPr/>
          <p:nvPr/>
        </p:nvCxnSpPr>
        <p:spPr>
          <a:xfrm xmlns:a="http://schemas.openxmlformats.org/drawingml/2006/main">
            <a:off x="681675" y="-178200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7" name="Google Shape;306;p33"/>
          <p:cNvCxnSpPr/>
          <p:nvPr/>
        </p:nvCxnSpPr>
        <p:spPr>
          <a:xfrm xmlns:a="http://schemas.openxmlformats.org/drawingml/2006/main">
            <a:off x="-99000" y="4566400"/>
            <a:ext cx="934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07;p33"/>
          <p:cNvCxnSpPr/>
          <p:nvPr/>
        </p:nvCxnSpPr>
        <p:spPr>
          <a:xfrm xmlns:a="http://schemas.openxmlformats.org/drawingml/2006/main" rot="10800000">
            <a:off x="9144000" y="-266475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09;p33"/>
          <p:cNvCxnSpPr/>
          <p:nvPr/>
        </p:nvCxnSpPr>
        <p:spPr>
          <a:xfrm xmlns:a="http://schemas.openxmlformats.org/drawingml/2006/main" rot="0" flipH="1" flipV="0">
            <a:off x="7182329" y="3789406"/>
            <a:ext cx="0" cy="1553971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10;p33"/>
          <p:cNvCxnSpPr/>
          <p:nvPr/>
        </p:nvCxnSpPr>
        <p:spPr>
          <a:xfrm xmlns:a="http://schemas.openxmlformats.org/drawingml/2006/main" rot="0" flipH="0" flipV="0">
            <a:off x="7731690" y="4016980"/>
            <a:ext cx="1098773" cy="109877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11;p33"/>
          <p:cNvCxnSpPr/>
          <p:nvPr/>
        </p:nvCxnSpPr>
        <p:spPr>
          <a:xfrm xmlns:a="http://schemas.openxmlformats.org/drawingml/2006/main" rot="10800000" flipH="1" flipV="0">
            <a:off x="7731690" y="4017030"/>
            <a:ext cx="1098773" cy="1098773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12;p33"/>
          <p:cNvCxnSpPr/>
          <p:nvPr/>
        </p:nvCxnSpPr>
        <p:spPr>
          <a:xfrm xmlns:a="http://schemas.openxmlformats.org/drawingml/2006/main" rot="0" flipH="1" flipV="0">
            <a:off x="7959313" y="4566391"/>
            <a:ext cx="155397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13;p33"/>
          <p:cNvCxnSpPr/>
          <p:nvPr/>
        </p:nvCxnSpPr>
        <p:spPr>
          <a:xfrm xmlns:a="http://schemas.openxmlformats.org/drawingml/2006/main">
            <a:off x="8436113" y="0"/>
            <a:ext cx="0" cy="5321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4" name="Google Shape;314;p33"/>
          <p:cNvCxnSpPr/>
          <p:nvPr/>
        </p:nvCxnSpPr>
        <p:spPr>
          <a:xfrm xmlns:a="http://schemas.openxmlformats.org/drawingml/2006/main">
            <a:off x="-348112" y="1545076"/>
            <a:ext cx="1016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33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4.xml><?xml version="1.0" encoding="utf-8"?>
<p:sldLayout xmlns:p="http://schemas.openxmlformats.org/presentationml/2006/main" matchingName="Title only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Google Shape;320;p36">
            <a:extLst xmlns:a="http://schemas.openxmlformats.org/drawingml/2006/main">
              <a:ext uri="{FF2B5EF4-FFF2-40B4-BE49-F238E27FC236}">
                <a16:creationId xmlns:a16="http://schemas.microsoft.com/office/drawing/2014/main" id="{4D9A8ADC-0955-4759-BF81-A1FD84E08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6775" y="510900"/>
            <a:ext cx="77106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dfc4944eaa488e" /><Relationship Type="http://schemas.openxmlformats.org/officeDocument/2006/relationships/slideLayout" Target="/ppt/slideLayouts/slideLayout1.xml" Id="R6531915a4f504605" /><Relationship Type="http://schemas.openxmlformats.org/officeDocument/2006/relationships/slideLayout" Target="/ppt/slideLayouts/slideLayout2.xml" Id="R0078004938104845" /><Relationship Type="http://schemas.openxmlformats.org/officeDocument/2006/relationships/slideLayout" Target="/ppt/slideLayouts/slideLayout3.xml" Id="R4b1b27b245be4dd8" /><Relationship Type="http://schemas.openxmlformats.org/officeDocument/2006/relationships/slideLayout" Target="/ppt/slideLayouts/slideLayout4.xml" Id="Raf500c7e377043de" /><Relationship Type="http://schemas.openxmlformats.org/officeDocument/2006/relationships/slideLayout" Target="/ppt/slideLayouts/slideLayout5.xml" Id="Re919d01cc6e34455" /><Relationship Type="http://schemas.openxmlformats.org/officeDocument/2006/relationships/slideLayout" Target="/ppt/slideLayouts/slideLayout6.xml" Id="R990304c971284f73" /><Relationship Type="http://schemas.openxmlformats.org/officeDocument/2006/relationships/slideLayout" Target="/ppt/slideLayouts/slideLayout7.xml" Id="R364c8acdf18b477b" /><Relationship Type="http://schemas.openxmlformats.org/officeDocument/2006/relationships/slideLayout" Target="/ppt/slideLayouts/slideLayout8.xml" Id="R789c59a8df654ba0" /><Relationship Type="http://schemas.openxmlformats.org/officeDocument/2006/relationships/slideLayout" Target="/ppt/slideLayouts/slideLayout9.xml" Id="R3ace993ba4c2406a" /><Relationship Type="http://schemas.openxmlformats.org/officeDocument/2006/relationships/slideLayout" Target="/ppt/slideLayouts/slideLayout10.xml" Id="R40db8bcef782438c" /><Relationship Type="http://schemas.openxmlformats.org/officeDocument/2006/relationships/slideLayout" Target="/ppt/slideLayouts/slideLayout11.xml" Id="R6a14d8baa9de4c68" /><Relationship Type="http://schemas.openxmlformats.org/officeDocument/2006/relationships/slideLayout" Target="/ppt/slideLayouts/slideLayout12.xml" Id="R0f63ae9259af4dea" /><Relationship Type="http://schemas.openxmlformats.org/officeDocument/2006/relationships/slideLayout" Target="/ppt/slideLayouts/slideLayout13.xml" Id="R8e573a203dad487a" /><Relationship Type="http://schemas.openxmlformats.org/officeDocument/2006/relationships/slideLayout" Target="/ppt/slideLayouts/slideLayout14.xml" Id="R4a2f2068cf384538" /><Relationship Type="http://schemas.openxmlformats.org/officeDocument/2006/relationships/slideLayout" Target="/ppt/slideLayouts/slideLayout15.xml" Id="Rdc6241432c6648d0" /><Relationship Type="http://schemas.openxmlformats.org/officeDocument/2006/relationships/slideLayout" Target="/ppt/slideLayouts/slideLayout16.xml" Id="R365e35e42c9b49d1" /><Relationship Type="http://schemas.openxmlformats.org/officeDocument/2006/relationships/slideLayout" Target="/ppt/slideLayouts/slideLayout17.xml" Id="R03e5b0e240664232" /><Relationship Type="http://schemas.openxmlformats.org/officeDocument/2006/relationships/slideLayout" Target="/ppt/slideLayouts/slideLayout18.xml" Id="Rfda642334d45481e" /><Relationship Type="http://schemas.openxmlformats.org/officeDocument/2006/relationships/slideLayout" Target="/ppt/slideLayouts/slideLayout19.xml" Id="Rdce3fb3ce8f64b39" /><Relationship Type="http://schemas.openxmlformats.org/officeDocument/2006/relationships/slideLayout" Target="/ppt/slideLayouts/slideLayout20.xml" Id="R25c3a5fe84e84b6a" /><Relationship Type="http://schemas.openxmlformats.org/officeDocument/2006/relationships/slideLayout" Target="/ppt/slideLayouts/slideLayout21.xml" Id="R0963b7d3611e4f86" /><Relationship Type="http://schemas.openxmlformats.org/officeDocument/2006/relationships/slideLayout" Target="/ppt/slideLayouts/slideLayout22.xml" Id="Rafa21f623fab4f9e" /><Relationship Type="http://schemas.openxmlformats.org/officeDocument/2006/relationships/slideLayout" Target="/ppt/slideLayouts/slideLayout23.xml" Id="R277a42e8786040a0" /><Relationship Type="http://schemas.openxmlformats.org/officeDocument/2006/relationships/slideLayout" Target="/ppt/slideLayouts/slideLayout24.xml" Id="R737c019a09774068" /><Relationship Type="http://schemas.openxmlformats.org/officeDocument/2006/relationships/slideLayout" Target="/ppt/slideLayouts/slideLayout25.xml" Id="R9902fe74c27d494d" /><Relationship Type="http://schemas.openxmlformats.org/officeDocument/2006/relationships/slideLayout" Target="/ppt/slideLayouts/slideLayout26.xml" Id="R678680108d4f4377" /><Relationship Type="http://schemas.openxmlformats.org/officeDocument/2006/relationships/slideLayout" Target="/ppt/slideLayouts/slideLayout27.xml" Id="R372cc38706e34e5f" /><Relationship Type="http://schemas.openxmlformats.org/officeDocument/2006/relationships/slideLayout" Target="/ppt/slideLayouts/slideLayout28.xml" Id="R1d4f9a252c2c4186" /><Relationship Type="http://schemas.openxmlformats.org/officeDocument/2006/relationships/slideLayout" Target="/ppt/slideLayouts/slideLayout29.xml" Id="R4f78980afb204a55" /><Relationship Type="http://schemas.openxmlformats.org/officeDocument/2006/relationships/slideLayout" Target="/ppt/slideLayouts/slideLayout30.xml" Id="R7d60f7baeb2b4cc6" /><Relationship Type="http://schemas.openxmlformats.org/officeDocument/2006/relationships/slideLayout" Target="/ppt/slideLayouts/slideLayout31.xml" Id="R9d3fa0072abd41c8" /><Relationship Type="http://schemas.openxmlformats.org/officeDocument/2006/relationships/slideLayout" Target="/ppt/slideLayouts/slideLayout32.xml" Id="R0eb0030210654a7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322172d2b8d4f5f" /><Relationship Type="http://schemas.openxmlformats.org/officeDocument/2006/relationships/slideLayout" Target="/ppt/slideLayouts/slideLayout33.xml" Id="R46ff6cda2e274eaf" /><Relationship Type="http://schemas.openxmlformats.org/officeDocument/2006/relationships/slideLayout" Target="/ppt/slideLayouts/slideLayout34.xml" Id="R53fa1ea678d14733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2E6B0B1-C624-48B2-8862-58905CAF5F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5974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SemiBold"/>
              <a:buNone/>
              <a:defRPr sz="3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C52ED133-05BB-4181-A07D-1AF1F98420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1915a4f504605"/>
    <p:sldLayoutId xmlns:r="http://schemas.openxmlformats.org/officeDocument/2006/relationships" id="2147483650" r:id="R0078004938104845"/>
    <p:sldLayoutId xmlns:r="http://schemas.openxmlformats.org/officeDocument/2006/relationships" id="2147483651" r:id="R4b1b27b245be4dd8"/>
    <p:sldLayoutId xmlns:r="http://schemas.openxmlformats.org/officeDocument/2006/relationships" id="2147483652" r:id="Raf500c7e377043de"/>
    <p:sldLayoutId xmlns:r="http://schemas.openxmlformats.org/officeDocument/2006/relationships" id="2147483653" r:id="Re919d01cc6e34455"/>
    <p:sldLayoutId xmlns:r="http://schemas.openxmlformats.org/officeDocument/2006/relationships" id="2147483654" r:id="R990304c971284f73"/>
    <p:sldLayoutId xmlns:r="http://schemas.openxmlformats.org/officeDocument/2006/relationships" id="2147483655" r:id="R364c8acdf18b477b"/>
    <p:sldLayoutId xmlns:r="http://schemas.openxmlformats.org/officeDocument/2006/relationships" id="2147483656" r:id="R789c59a8df654ba0"/>
    <p:sldLayoutId xmlns:r="http://schemas.openxmlformats.org/officeDocument/2006/relationships" id="2147483657" r:id="R3ace993ba4c2406a"/>
    <p:sldLayoutId xmlns:r="http://schemas.openxmlformats.org/officeDocument/2006/relationships" id="2147483658" r:id="R40db8bcef782438c"/>
    <p:sldLayoutId xmlns:r="http://schemas.openxmlformats.org/officeDocument/2006/relationships" id="2147483659" r:id="R6a14d8baa9de4c68"/>
    <p:sldLayoutId xmlns:r="http://schemas.openxmlformats.org/officeDocument/2006/relationships" id="2147483660" r:id="R0f63ae9259af4dea"/>
    <p:sldLayoutId xmlns:r="http://schemas.openxmlformats.org/officeDocument/2006/relationships" id="2147483661" r:id="R8e573a203dad487a"/>
    <p:sldLayoutId xmlns:r="http://schemas.openxmlformats.org/officeDocument/2006/relationships" id="2147483662" r:id="R4a2f2068cf384538"/>
    <p:sldLayoutId xmlns:r="http://schemas.openxmlformats.org/officeDocument/2006/relationships" id="2147483663" r:id="Rdc6241432c6648d0"/>
    <p:sldLayoutId xmlns:r="http://schemas.openxmlformats.org/officeDocument/2006/relationships" id="2147483664" r:id="R365e35e42c9b49d1"/>
    <p:sldLayoutId xmlns:r="http://schemas.openxmlformats.org/officeDocument/2006/relationships" id="2147483665" r:id="R03e5b0e240664232"/>
    <p:sldLayoutId xmlns:r="http://schemas.openxmlformats.org/officeDocument/2006/relationships" id="2147483666" r:id="Rfda642334d45481e"/>
    <p:sldLayoutId xmlns:r="http://schemas.openxmlformats.org/officeDocument/2006/relationships" id="2147483667" r:id="Rdce3fb3ce8f64b39"/>
    <p:sldLayoutId xmlns:r="http://schemas.openxmlformats.org/officeDocument/2006/relationships" id="2147483668" r:id="R25c3a5fe84e84b6a"/>
    <p:sldLayoutId xmlns:r="http://schemas.openxmlformats.org/officeDocument/2006/relationships" id="2147483669" r:id="R0963b7d3611e4f86"/>
    <p:sldLayoutId xmlns:r="http://schemas.openxmlformats.org/officeDocument/2006/relationships" id="2147483670" r:id="Rafa21f623fab4f9e"/>
    <p:sldLayoutId xmlns:r="http://schemas.openxmlformats.org/officeDocument/2006/relationships" id="2147483671" r:id="R277a42e8786040a0"/>
    <p:sldLayoutId xmlns:r="http://schemas.openxmlformats.org/officeDocument/2006/relationships" id="2147483672" r:id="R737c019a09774068"/>
    <p:sldLayoutId xmlns:r="http://schemas.openxmlformats.org/officeDocument/2006/relationships" id="2147483673" r:id="R9902fe74c27d494d"/>
    <p:sldLayoutId xmlns:r="http://schemas.openxmlformats.org/officeDocument/2006/relationships" id="2147483674" r:id="R678680108d4f4377"/>
    <p:sldLayoutId xmlns:r="http://schemas.openxmlformats.org/officeDocument/2006/relationships" id="2147483675" r:id="R372cc38706e34e5f"/>
    <p:sldLayoutId xmlns:r="http://schemas.openxmlformats.org/officeDocument/2006/relationships" id="2147483676" r:id="R1d4f9a252c2c4186"/>
    <p:sldLayoutId xmlns:r="http://schemas.openxmlformats.org/officeDocument/2006/relationships" id="2147483677" r:id="R4f78980afb204a55"/>
    <p:sldLayoutId xmlns:r="http://schemas.openxmlformats.org/officeDocument/2006/relationships" id="2147483678" r:id="R7d60f7baeb2b4cc6"/>
    <p:sldLayoutId xmlns:r="http://schemas.openxmlformats.org/officeDocument/2006/relationships" id="2147483679" r:id="R9d3fa0072abd41c8"/>
    <p:sldLayoutId xmlns:r="http://schemas.openxmlformats.org/officeDocument/2006/relationships" id="2147483680" r:id="R0eb0030210654a75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Google Shape;316;p34">
            <a:extLst xmlns:a="http://schemas.openxmlformats.org/drawingml/2006/main">
              <a:ext uri="{FF2B5EF4-FFF2-40B4-BE49-F238E27FC236}">
                <a16:creationId xmlns:a16="http://schemas.microsoft.com/office/drawing/2014/main" id="{A119C007-37CF-4A2C-BBAF-81C28511D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7" name="Google Shape;317;p34">
            <a:extLst xmlns:a="http://schemas.openxmlformats.org/drawingml/2006/main">
              <a:ext uri="{FF2B5EF4-FFF2-40B4-BE49-F238E27FC236}">
                <a16:creationId xmlns:a16="http://schemas.microsoft.com/office/drawing/2014/main" id="{EBE74931-3D55-42BC-929B-195156B28A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2" r:id="R46ff6cda2e274eaf"/>
    <p:sldLayoutId xmlns:r="http://schemas.openxmlformats.org/officeDocument/2006/relationships" id="2147483683" r:id="R53fa1ea678d14733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Financial Assembly by Slidesgo">
  <a:themeElements>
    <a:clrScheme name="Simple Light">
      <a:dk1>
        <a:srgbClr val="FFFFFF"/>
      </a:dk1>
      <a:lt1>
        <a:srgbClr val="131313"/>
      </a:lt1>
      <a:dk2>
        <a:srgbClr val="666666"/>
      </a:dk2>
      <a:lt2>
        <a:srgbClr val="B7B7B7"/>
      </a:lt2>
      <a:accent1>
        <a:srgbClr val="EFEFE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fc723290a0b74ba1" /><Relationship Type="http://schemas.openxmlformats.org/officeDocument/2006/relationships/notesSlide" Target="/ppt/notesSlides/notesSlide1.xml" Id="R85f9d6fa50d54e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cef8db4cb8394ef0" /><Relationship Type="http://schemas.openxmlformats.org/officeDocument/2006/relationships/image" Target="/ppt/media/image.png" Id="R3e6d5a8801414208" /><Relationship Type="http://schemas.openxmlformats.org/officeDocument/2006/relationships/image" Target="/ppt/media/image2.png" Id="R3a7721a6a7e24e8f" /><Relationship Type="http://schemas.openxmlformats.org/officeDocument/2006/relationships/notesSlide" Target="/ppt/notesSlides/notesSlide2.xml" Id="R7335a64860e64f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f4ecbaf7eb748f6" /><Relationship Type="http://schemas.openxmlformats.org/officeDocument/2006/relationships/notesSlide" Target="/ppt/notesSlides/notesSlide3.xml" Id="R5d183bee26604d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Google Shape;395;p42">
            <a:extLst xmlns:a="http://schemas.openxmlformats.org/drawingml/2006/main">
              <a:ext uri="{FF2B5EF4-FFF2-40B4-BE49-F238E27FC236}">
                <a16:creationId xmlns:a16="http://schemas.microsoft.com/office/drawing/2014/main" id="{B4CC01F8-7B02-4C98-9A21-754FAE44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3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Purpose and proposed specification</a:t>
            </a:r>
            <a:endParaRPr/>
          </a:p>
        </p:txBody>
      </p:sp>
      <p:sp>
        <p:nvSpPr>
          <p:cNvPr id="396" name="Project">
            <a:extLst xmlns:a="http://schemas.openxmlformats.org/drawingml/2006/main">
              <a:ext uri="{FF2B5EF4-FFF2-40B4-BE49-F238E27FC236}">
                <a16:creationId xmlns:a16="http://schemas.microsoft.com/office/drawing/2014/main" id="{322409EF-A52C-48B4-9AEB-950D38D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716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8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rPr>
              <a:t>28-bit RSA encryptor</a:t>
            </a:r>
          </a:p>
        </p:txBody>
      </p:sp>
      <p:sp>
        <p:nvSpPr>
          <p:cNvPr id="397" name="Function">
            <a:extLst xmlns:a="http://schemas.openxmlformats.org/drawingml/2006/main">
              <a:ext uri="{FF2B5EF4-FFF2-40B4-BE49-F238E27FC236}">
                <a16:creationId xmlns:a16="http://schemas.microsoft.com/office/drawing/2014/main" id="{69B048AC-0F87-4720-BAE1-54337A7E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c = m^e mod N</a:t>
            </a:r>
          </a:p>
        </p:txBody>
      </p:sp>
      <p:sp>
        <p:nvSpPr>
          <p:cNvPr id="398" name="Purpose">
            <a:extLst xmlns:a="http://schemas.openxmlformats.org/drawingml/2006/main">
              <a:ext uri="{FF2B5EF4-FFF2-40B4-BE49-F238E27FC236}">
                <a16:creationId xmlns:a16="http://schemas.microsoft.com/office/drawing/2014/main" id="{9CFA1372-33CE-4145-8375-9B410B2E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500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Build an RSA accelerator.</a:t>
            </a:r>
          </a:p>
          <a:p xmlns:a="http://schemas.openxmlformats.org/drawingml/2006/main">
            <a:pPr>
              <a:buNone/>
              <a:defRPr sz="1500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500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The STM32 prepares inputs</a:t>
            </a:r>
          </a:p>
          <a:p xmlns:a="http://schemas.openxmlformats.org/drawingml/2006/main">
            <a:pPr>
              <a:buNone/>
              <a:defRPr sz="1500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500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and verifies the ciphertext.</a:t>
            </a:r>
          </a:p>
        </p:txBody>
      </p:sp>
      <p:sp>
        <p:nvSpPr>
          <p:cNvPr id="399" name="Demonstration scope">
            <a:extLst xmlns:a="http://schemas.openxmlformats.org/drawingml/2006/main">
              <a:ext uri="{FF2B5EF4-FFF2-40B4-BE49-F238E27FC236}">
                <a16:creationId xmlns:a16="http://schemas.microsoft.com/office/drawing/2014/main" id="{B502553B-F85F-4190-B593-5A2DFFF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09950"/>
            <a:ext cx="2905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B7B7B7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B7B7B7"/>
                </a:solidFill>
                <a:latin typeface="Poppins"/>
                <a:ea typeface="Poppins"/>
                <a:cs typeface="Poppins"/>
              </a:rPr>
              <a:t>Demonstration only.</a:t>
            </a:r>
          </a:p>
          <a:p xmlns:a="http://schemas.openxmlformats.org/drawingml/2006/main">
            <a:pPr>
              <a:buNone/>
              <a:defRPr sz="1350">
                <a:solidFill>
                  <a:srgbClr val="B7B7B7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B7B7B7"/>
                </a:solidFill>
                <a:latin typeface="Poppins"/>
                <a:ea typeface="Poppins"/>
                <a:cs typeface="Poppins"/>
              </a:rPr>
              <a:t>Not secure real-world encryption.</a:t>
            </a:r>
          </a:p>
        </p:txBody>
      </p:sp>
      <p:sp>
        <p:nvSpPr>
          <p:cNvPr id="400" name="Team">
            <a:extLst xmlns:a="http://schemas.openxmlformats.org/drawingml/2006/main">
              <a:ext uri="{FF2B5EF4-FFF2-40B4-BE49-F238E27FC236}">
                <a16:creationId xmlns:a16="http://schemas.microsoft.com/office/drawing/2014/main" id="{7DD711DE-2A04-4A8F-AD59-19F13C4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05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350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rPr>
              <a:t>Yaron Jing and Derek</a:t>
            </a:r>
          </a:p>
        </p:txBody>
      </p:sp>
      <p:graphicFrame>
        <p:nvGraphicFramePr>
          <p:cNvPr id="410" name=""/>
          <p:cNvGraphicFramePr/>
          <p:nvPr/>
        </p:nvGraphicFramePr>
        <p:xfrm>
          <a:off xmlns:a="http://schemas.openxmlformats.org/drawingml/2006/main" x="4105275" y="1409700"/>
          <a:ext xmlns:a="http://schemas.openxmlformats.org/drawingml/2006/main" cx="4314825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14425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Algorithm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Square-and-multiply</a:t>
                      </a:r>
                    </a:p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One shared modular multiplier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Widths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N and c: 28 bits</a:t>
                      </a:r>
                    </a:p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e and m: 14 bits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Valid inputs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1 &lt; N &lt; 2^28</a:t>
                      </a:r>
                    </a:p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0 ≤ m &lt; min(N, 2^14)</a:t>
                      </a:r>
                    </a:p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0 ≤ e &lt; 2^14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Edge case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e = 0 returns 1 mod N</a:t>
                      </a:r>
                    </a:p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No invalid-input error pin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Clock target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10 MHz, unvalidated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</a:tbl>
          </a:graphicData>
        </a:graphic>
      </p:graphicFrame>
      <p:sp>
        <p:nvSpPr>
          <p:cNvPr id="402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9A64F9D1-DDCB-4DF0-B85C-82EB8040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72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B7B7B7"/>
                </a:solidFill>
                <a:latin typeface="Poppins"/>
                <a:ea typeface="Poppins"/>
                <a:cs typeface="Poppins"/>
              </a:defRPr>
            </a:pPr>
            <a:r>
              <a:rPr sz="1125">
                <a:solidFill>
                  <a:srgbClr val="B7B7B7"/>
                </a:solidFill>
                <a:latin typeface="Poppins"/>
                <a:ea typeface="Poppins"/>
                <a:cs typeface="Poppins"/>
              </a:rPr>
              <a:t>Verification: compare against software, including e = 0</a:t>
            </a:r>
          </a:p>
        </p:txBody>
      </p:sp>
    </p:spTree>
    <p:extLst>
      <p:ext uri="{BB962C8B-B14F-4D97-AF65-F5344CB8AC3E}">
        <p14:creationId xmlns:p14="http://schemas.microsoft.com/office/powerpoint/2010/main" val="3359621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Google Shape;395;p42">
            <a:extLst xmlns:a="http://schemas.openxmlformats.org/drawingml/2006/main">
              <a:ext uri="{FF2B5EF4-FFF2-40B4-BE49-F238E27FC236}">
                <a16:creationId xmlns:a16="http://schemas.microsoft.com/office/drawing/2014/main" id="{B4CC01F8-7B02-4C98-9A21-754FAE44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1435" y="466725"/>
            <a:ext cx="7704011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3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I/O flow and system diagram</a:t>
            </a:r>
            <a:endParaRPr/>
          </a:p>
        </p:txBody>
      </p:sp>
      <p:pic>
        <p:nvPicPr>
          <p:cNvPr id="4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d5a8801414208"/>
          <a:srcRect xmlns:a="http://schemas.openxmlformats.org/drawingml/2006/main" l="1563" t="11914" r="2083" b="34180"/>
          <a:stretch xmlns:a="http://schemas.openxmlformats.org/drawingml/2006/main"/>
        </p:blipFill>
        <p:spPr>
          <a:xfrm xmlns:a="http://schemas.openxmlformats.org/drawingml/2006/main">
            <a:off x="2035112" y="942975"/>
            <a:ext cx="5524500" cy="2062298"/>
          </a:xfrm>
          <a:prstGeom xmlns:a="http://schemas.openxmlformats.org/drawingml/2006/main" prst="rect">
            <a:avLst/>
          </a:prstGeom>
        </p:spPr>
      </p:pic>
      <p:pic>
        <p:nvPicPr>
          <p:cNvPr id="4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721a6a7e24e8f"/>
          <a:stretch xmlns:a="http://schemas.openxmlformats.org/drawingml/2006/main"/>
        </p:blipFill>
        <p:spPr>
          <a:xfrm xmlns:a="http://schemas.openxmlformats.org/drawingml/2006/main">
            <a:off x="2035112" y="3071948"/>
            <a:ext cx="5524500" cy="20461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21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Google Shape;395;p42">
            <a:extLst xmlns:a="http://schemas.openxmlformats.org/drawingml/2006/main">
              <a:ext uri="{FF2B5EF4-FFF2-40B4-BE49-F238E27FC236}">
                <a16:creationId xmlns:a16="http://schemas.microsoft.com/office/drawing/2014/main" id="{B4CC01F8-7B02-4C98-9A21-754FAE441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974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3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Timeline and responsibilities</a:t>
            </a:r>
            <a:endParaRPr/>
          </a:p>
        </p:txBody>
      </p:sp>
      <p:graphicFrame>
        <p:nvGraphicFramePr>
          <p:cNvPr id="407" name=""/>
          <p:cNvGraphicFramePr/>
          <p:nvPr/>
        </p:nvGraphicFramePr>
        <p:xfrm>
          <a:off xmlns:a="http://schemas.openxmlformats.org/drawingml/2006/main" x="809625" y="1381125"/>
          <a:ext xmlns:a="http://schemas.openxmlformats.org/drawingml/2006/main" cx="5019675" cy="2809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81075"/>
                <a:gridCol w="4038600"/>
              </a:tblGrid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Oct 1–7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Finalize widths, protocol and CDC plan.</a:t>
                      </a:r>
                    </a:p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Build loader, registers and multiplier.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Oct 8–14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Integrate controller and exponent logic.</a:t>
                      </a:r>
                    </a:p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Complete unit and end-to-end simulation.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Oct 15–21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Synthesis and GF180 physical flow.</a:t>
                      </a:r>
                    </a:p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Check area/timing. Build STM32 demo.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Oct 22–28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Resolve physical and verification failures.</a:t>
                      </a:r>
                    </a:p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Review DRC/LVS. Finish documentation.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Oct 29–30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Joint regression, design review</a:t>
                      </a:r>
                    </a:p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and submission-package freeze.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</a:rPr>
                        <a:t>Oct 31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FEFEF"/>
                          </a:solidFill>
                          <a:latin typeface="Poppins"/>
                          <a:ea typeface="Poppins"/>
                          <a:cs typeface="Poppins"/>
                        </a:rPr>
                        <a:t>Buffer for final corrections.</a:t>
                      </a:r>
                    </a:p>
                  </a:txBody>
                  <a:tcPr marL="76200" marR="76200" marT="57150" marB="47625" anchor="ctr">
                    <a:solidFill>
                      <a:srgbClr val="131313"/>
                    </a:solidFill>
                  </a:tcPr>
                </a:tc>
              </a:tr>
            </a:tbl>
          </a:graphicData>
        </a:graphic>
      </p:graphicFrame>
      <p:sp>
        <p:nvSpPr>
          <p:cNvPr id="397" name="Yaron label">
            <a:extLst xmlns:a="http://schemas.openxmlformats.org/drawingml/2006/main">
              <a:ext uri="{FF2B5EF4-FFF2-40B4-BE49-F238E27FC236}">
                <a16:creationId xmlns:a16="http://schemas.microsoft.com/office/drawing/2014/main" id="{0ACD70DC-C34D-4EA6-9A5C-FBAF8ADB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5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rPr>
              <a:t>Yaron Jing</a:t>
            </a:r>
          </a:p>
        </p:txBody>
      </p:sp>
      <p:sp>
        <p:nvSpPr>
          <p:cNvPr id="398" name="Yaron tasks">
            <a:extLst xmlns:a="http://schemas.openxmlformats.org/drawingml/2006/main">
              <a:ext uri="{FF2B5EF4-FFF2-40B4-BE49-F238E27FC236}">
                <a16:creationId xmlns:a16="http://schemas.microsoft.com/office/drawing/2014/main" id="{C1713C58-FA9A-41F5-BF4E-79771149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04975"/>
            <a:ext cx="2276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200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Input loader, Tiny Tapeout</a:t>
            </a:r>
          </a:p>
          <a:p xmlns:a="http://schemas.openxmlformats.org/drawingml/2006/main">
            <a:pPr>
              <a:buNone/>
              <a:defRPr sz="1200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200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wrapper/pins, STM32 firmware</a:t>
            </a:r>
          </a:p>
        </p:txBody>
      </p:sp>
      <p:sp>
        <p:nvSpPr>
          <p:cNvPr id="399" name="Derek label">
            <a:extLst xmlns:a="http://schemas.openxmlformats.org/drawingml/2006/main">
              <a:ext uri="{FF2B5EF4-FFF2-40B4-BE49-F238E27FC236}">
                <a16:creationId xmlns:a16="http://schemas.microsoft.com/office/drawing/2014/main" id="{3B71457E-8146-4027-B203-0F1BEA16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2276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5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rPr>
              <a:t>Derek</a:t>
            </a:r>
          </a:p>
        </p:txBody>
      </p:sp>
      <p:sp>
        <p:nvSpPr>
          <p:cNvPr id="400" name="Derek tasks">
            <a:extLst xmlns:a="http://schemas.openxmlformats.org/drawingml/2006/main">
              <a:ext uri="{FF2B5EF4-FFF2-40B4-BE49-F238E27FC236}">
                <a16:creationId xmlns:a16="http://schemas.microsoft.com/office/drawing/2014/main" id="{D22C35E7-778A-4FD2-9EDA-D9C4E356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2276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200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Modular multiplier,</a:t>
            </a:r>
          </a:p>
          <a:p xmlns:a="http://schemas.openxmlformats.org/drawingml/2006/main">
            <a:pPr>
              <a:buNone/>
              <a:defRPr sz="1200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200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exponent block, controller</a:t>
            </a:r>
          </a:p>
        </p:txBody>
      </p:sp>
      <p:sp>
        <p:nvSpPr>
          <p:cNvPr id="401" name="Joint label">
            <a:extLst xmlns:a="http://schemas.openxmlformats.org/drawingml/2006/main">
              <a:ext uri="{FF2B5EF4-FFF2-40B4-BE49-F238E27FC236}">
                <a16:creationId xmlns:a16="http://schemas.microsoft.com/office/drawing/2014/main" id="{0FA286CE-AC69-4A57-A9CC-D9AFCFA1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05175"/>
            <a:ext cx="2276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defRPr>
            </a:pPr>
            <a:r>
              <a:rPr sz="1575">
                <a:solidFill>
                  <a:srgbClr val="EFEFEF"/>
                </a:solidFill>
                <a:latin typeface="Poppins SemiBold"/>
                <a:ea typeface="Poppins SemiBold"/>
                <a:cs typeface="Poppins SemiBold"/>
              </a:rPr>
              <a:t>Both</a:t>
            </a:r>
          </a:p>
        </p:txBody>
      </p:sp>
      <p:sp>
        <p:nvSpPr>
          <p:cNvPr id="402" name="Joint tasks">
            <a:extLst xmlns:a="http://schemas.openxmlformats.org/drawingml/2006/main">
              <a:ext uri="{FF2B5EF4-FFF2-40B4-BE49-F238E27FC236}">
                <a16:creationId xmlns:a16="http://schemas.microsoft.com/office/drawing/2014/main" id="{F20F813E-D7EF-4E5E-95D7-6DB048B3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29025"/>
            <a:ext cx="22764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125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Software comparison, chip–STM32</a:t>
            </a:r>
          </a:p>
          <a:p xmlns:a="http://schemas.openxmlformats.org/drawingml/2006/main">
            <a:pPr>
              <a:buNone/>
              <a:defRPr sz="1125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125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integration, CDC and clock-speed</a:t>
            </a:r>
          </a:p>
          <a:p xmlns:a="http://schemas.openxmlformats.org/drawingml/2006/main">
            <a:pPr>
              <a:buNone/>
              <a:defRPr sz="1125">
                <a:solidFill>
                  <a:srgbClr val="EFEFEF"/>
                </a:solidFill>
                <a:latin typeface="Poppins"/>
                <a:ea typeface="Poppins"/>
                <a:cs typeface="Poppins"/>
              </a:defRPr>
            </a:pPr>
            <a:r>
              <a:rPr sz="1125">
                <a:solidFill>
                  <a:srgbClr val="EFEFEF"/>
                </a:solidFill>
                <a:latin typeface="Poppins"/>
                <a:ea typeface="Poppins"/>
                <a:cs typeface="Poppins"/>
              </a:rPr>
              <a:t>tests, documentation</a:t>
            </a:r>
          </a:p>
        </p:txBody>
      </p:sp>
      <p:sp>
        <p:nvSpPr>
          <p:cNvPr id="403" name="Schedule scope">
            <a:extLst xmlns:a="http://schemas.openxmlformats.org/drawingml/2006/main">
              <a:ext uri="{FF2B5EF4-FFF2-40B4-BE49-F238E27FC236}">
                <a16:creationId xmlns:a16="http://schemas.microsoft.com/office/drawing/2014/main" id="{9D2D4D3C-AB1A-4019-BC0D-12A2E467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9600"/>
            <a:ext cx="7610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7B7B7"/>
                </a:solidFill>
                <a:latin typeface="Poppins"/>
                <a:ea typeface="Poppins"/>
                <a:cs typeface="Poppins"/>
              </a:defRPr>
            </a:pPr>
            <a:r>
              <a:rPr sz="1050">
                <a:solidFill>
                  <a:srgbClr val="B7B7B7"/>
                </a:solidFill>
                <a:latin typeface="Poppins"/>
                <a:ea typeface="Poppins"/>
                <a:cs typeface="Poppins"/>
              </a:rPr>
              <a:t>Proposed October 2026 plan. Fabricated hardware arrival is outside this schedule.</a:t>
            </a:r>
          </a:p>
        </p:txBody>
      </p:sp>
      <p:sp>
        <p:nvSpPr>
          <p:cNvPr id="404" name="Credits">
            <a:extLst xmlns:a="http://schemas.openxmlformats.org/drawingml/2006/main">
              <a:ext uri="{FF2B5EF4-FFF2-40B4-BE49-F238E27FC236}">
                <a16:creationId xmlns:a16="http://schemas.microsoft.com/office/drawing/2014/main" id="{FD47F1F4-D9AB-489A-B45C-F1D80E2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762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B7B7B7"/>
                </a:solidFill>
                <a:latin typeface="Poppins"/>
                <a:ea typeface="Poppins"/>
                <a:cs typeface="Poppins"/>
              </a:defRPr>
            </a:pPr>
            <a:r>
              <a:rPr sz="825">
                <a:solidFill>
                  <a:srgbClr val="B7B7B7"/>
                </a:solidFill>
                <a:latin typeface="Poppins"/>
                <a:ea typeface="Poppins"/>
                <a:cs typeface="Poppins"/>
              </a:rPr>
              <a:t>Template by Slidesgo. Icons by Flaticon. Infographics and images by Freepik.</a:t>
            </a:r>
          </a:p>
        </p:txBody>
      </p:sp>
    </p:spTree>
    <p:extLst>
      <p:ext uri="{BB962C8B-B14F-4D97-AF65-F5344CB8AC3E}">
        <p14:creationId xmlns:p14="http://schemas.microsoft.com/office/powerpoint/2010/main" val="335962156"/>
      </p:ext>
    </p:extLst>
  </p:cSld>
</p:sld>
</file>

<file path=ppt/theme/theme1.xml><?xml version="1.0" encoding="utf-8"?>
<a:theme xmlns:a="http://schemas.openxmlformats.org/drawingml/2006/main" name="Financial Assembly by Slidesgo">
  <a:themeElements>
    <a:clrScheme name="Simple Light">
      <a:dk1>
        <a:srgbClr val="FFFFFF"/>
      </a:dk1>
      <a:lt1>
        <a:srgbClr val="131313"/>
      </a:lt1>
      <a:dk2>
        <a:srgbClr val="666666"/>
      </a:dk2>
      <a:lt2>
        <a:srgbClr val="B7B7B7"/>
      </a:lt2>
      <a:accent1>
        <a:srgbClr val="EFEFE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2026-10-01T17:04:44.4140000Z</dcterms:created>
  <dcterms:modified xsi:type="dcterms:W3CDTF">2026-10-01T17:04:44.4140000Z</dcterms:modified>
</coreProperties>
</file>